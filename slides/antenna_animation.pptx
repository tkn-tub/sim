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14EB-2B52-EA63-A9BC-65A693CF7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CA250-1F7F-5662-40FC-CC1BEADD8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63F69-C711-0595-8D70-2D1B5A32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12E1-4F84-21DB-C9B7-849D6CCB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9249E-F458-7E76-7F06-9E5A077C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126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0B92-6425-3CFE-7F2E-B91067E1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3BEF1-D15D-4599-4F86-C99B76304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B462F-81E6-287B-9D73-1F923194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0BEF-F209-7FA6-35D9-0DC185CE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03B56-EE13-DC13-7502-97FE4441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004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336B-B37F-7834-7F38-14A15E4E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389A7-B004-EAFC-3B39-29281566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E5B1E-2D22-4B98-42F0-D86A23E9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68F06-376D-D1A7-24F1-3551F58C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C4C4E-0FB7-01A2-6930-ED524DE5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055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3B11-7A9A-BCAA-8715-8E18E622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2985E-96A4-855F-8035-5B23F5EA2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D9948-3394-D682-EA9C-63FF3C042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DC291-9BFF-D1B1-2633-F2C42A4E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1A15C-C2C1-2D28-060D-BB6524B2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9E9C5-9D24-58C7-3C4B-2DF5D8FC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749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3EC6-C643-C16B-B073-7B6EB845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1F50D-4CF7-2110-88EB-DAC881D13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36ED6-C7D7-48A5-7ED4-96556BB9D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61D69-A221-18D6-5B8A-1B4141779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3E7E4-5BEE-9C31-D2A8-BF01533E8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C6639-48CC-5D58-F0B6-DDCCCBAC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DE70E-A2C1-7597-92C0-61418CC5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CAA42-A873-4D5D-82CB-60F72251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130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E7CD-78F7-C6C4-53CC-4C1560BF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FBC56-B76F-5338-39CA-F40A6E63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655FB-E30B-6B85-4CA8-16974633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32DA2-9245-44D8-D8FC-6CA55C44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545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5F092-0B88-4F6C-5334-EB3B7930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397C0-F28D-CC4E-AF16-53A4453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E70C6-990C-3C4D-5EC7-F1DA5BE7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810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944D-4E57-0E29-5920-2D888962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5A7B6-6361-84AC-26B8-775D69CB7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F307F-64C9-8D74-2681-8D9FA11F3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7540C-1C0A-AD7C-DC41-B546CFE0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FA549-02CA-F598-D89A-B0A4D6EE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1D40C-FF14-139A-7EE3-7D4E4FD0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563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7AD1-31E8-C819-1A96-4180CC034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21CFD-AF56-EECA-2AA7-B4051816C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782C0-312A-D315-BF5F-B32B611AE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00D3C-ADDE-F6CA-F699-D806EDA9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4320B-9D51-64A1-143D-582C550B9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7A26D-0F65-2EA3-F85E-2CB5D392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279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2A69-BE54-7FA5-805F-1639EB4E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FF6EB-B530-2F25-8319-E3A08A7F7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F7C0E-8681-0172-BE05-520CD577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43189-9754-5CB3-92A1-B545DE48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70DF6-FE31-F848-A2FB-EC372460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749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E904F-0BC5-9162-2D54-EB4680F87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51C11-7ECB-DDE0-5613-F73BBA63E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DDE45-49FA-8334-95E0-BF70FB7D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EBE21-4600-78ED-EA6C-E060167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A6CB-06BE-C411-7D5F-D6041120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438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ECE80-A252-9551-5222-8307DE6F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36570-EEAD-1489-7A3E-15FFECD97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14DC-A4F2-74D8-E9AF-5C2AA005E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60ECC-EA69-4449-9ACE-963B3EEBCA8A}" type="datetimeFigureOut">
              <a:rPr lang="en-DE" smtClean="0"/>
              <a:t>31/05/2026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D458D-43B7-F3E1-3312-5C7C7B573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BB95D-9916-3C68-6BAD-3EE75D067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AAF5A-A313-443E-A7CB-CAC9FCBC97D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946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4ABED-0497-F482-46CF-1BECB3A3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5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391766-8603-FC1B-49CF-E05A01EEC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4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EC868-49D4-9064-7BFF-FD32A931E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9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21E99-9367-F551-DC2F-B0EACEF14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9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FA406-9D87-DC0A-009D-D98132BA7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1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4C392-CAB7-7ECB-43D2-B0F271BC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2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1957F-5035-AAB4-CF2A-43794069C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5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D19D3-DBBC-E2F8-8345-23DE520F7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8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43CE9-F242-1DCB-10AE-FB30A99E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4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7E9AE8-A052-1BBB-624F-37F8B9D7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76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790F-EEEF-4E7D-335B-BD3A2B76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6425F-208E-8E91-0DF7-1CE1A297B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962333"/>
            <a:ext cx="6171429" cy="4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7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1</cp:revision>
  <dcterms:created xsi:type="dcterms:W3CDTF">2026-05-31T15:05:04Z</dcterms:created>
  <dcterms:modified xsi:type="dcterms:W3CDTF">2026-05-31T15:26:52Z</dcterms:modified>
</cp:coreProperties>
</file>