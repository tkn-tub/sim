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6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6126163" cy="49371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16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9462" y="807997"/>
            <a:ext cx="5207239" cy="1718851"/>
          </a:xfrm>
        </p:spPr>
        <p:txBody>
          <a:bodyPr anchor="b"/>
          <a:lstStyle>
            <a:lvl1pPr algn="ctr">
              <a:defRPr sz="40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65771" y="2593134"/>
            <a:ext cx="4594622" cy="1191995"/>
          </a:xfrm>
        </p:spPr>
        <p:txBody>
          <a:bodyPr/>
          <a:lstStyle>
            <a:lvl1pPr marL="0" indent="0" algn="ctr">
              <a:buNone/>
              <a:defRPr sz="1608"/>
            </a:lvl1pPr>
            <a:lvl2pPr marL="306324" indent="0" algn="ctr">
              <a:buNone/>
              <a:defRPr sz="1340"/>
            </a:lvl2pPr>
            <a:lvl3pPr marL="612648" indent="0" algn="ctr">
              <a:buNone/>
              <a:defRPr sz="1206"/>
            </a:lvl3pPr>
            <a:lvl4pPr marL="918972" indent="0" algn="ctr">
              <a:buNone/>
              <a:defRPr sz="1072"/>
            </a:lvl4pPr>
            <a:lvl5pPr marL="1225296" indent="0" algn="ctr">
              <a:buNone/>
              <a:defRPr sz="1072"/>
            </a:lvl5pPr>
            <a:lvl6pPr marL="1531620" indent="0" algn="ctr">
              <a:buNone/>
              <a:defRPr sz="1072"/>
            </a:lvl6pPr>
            <a:lvl7pPr marL="1837944" indent="0" algn="ctr">
              <a:buNone/>
              <a:defRPr sz="1072"/>
            </a:lvl7pPr>
            <a:lvl8pPr marL="2144268" indent="0" algn="ctr">
              <a:buNone/>
              <a:defRPr sz="1072"/>
            </a:lvl8pPr>
            <a:lvl9pPr marL="2450592" indent="0" algn="ctr">
              <a:buNone/>
              <a:defRPr sz="10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87442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97307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983" y="1230854"/>
            <a:ext cx="5283816" cy="2053706"/>
          </a:xfrm>
        </p:spPr>
        <p:txBody>
          <a:bodyPr anchor="b"/>
          <a:lstStyle>
            <a:lvl1pPr>
              <a:defRPr sz="40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7983" y="3303989"/>
            <a:ext cx="5283816" cy="1079996"/>
          </a:xfrm>
        </p:spPr>
        <p:txBody>
          <a:bodyPr/>
          <a:lstStyle>
            <a:lvl1pPr marL="0" indent="0">
              <a:buNone/>
              <a:defRPr sz="1608">
                <a:solidFill>
                  <a:schemeClr val="tx1">
                    <a:tint val="82000"/>
                  </a:schemeClr>
                </a:solidFill>
              </a:defRPr>
            </a:lvl1pPr>
            <a:lvl2pPr marL="306324" indent="0">
              <a:buNone/>
              <a:defRPr sz="1340">
                <a:solidFill>
                  <a:schemeClr val="tx1">
                    <a:tint val="82000"/>
                  </a:schemeClr>
                </a:solidFill>
              </a:defRPr>
            </a:lvl2pPr>
            <a:lvl3pPr marL="612648" indent="0">
              <a:buNone/>
              <a:defRPr sz="1206">
                <a:solidFill>
                  <a:schemeClr val="tx1">
                    <a:tint val="82000"/>
                  </a:schemeClr>
                </a:solidFill>
              </a:defRPr>
            </a:lvl3pPr>
            <a:lvl4pPr marL="918972" indent="0">
              <a:buNone/>
              <a:defRPr sz="1072">
                <a:solidFill>
                  <a:schemeClr val="tx1">
                    <a:tint val="82000"/>
                  </a:schemeClr>
                </a:solidFill>
              </a:defRPr>
            </a:lvl4pPr>
            <a:lvl5pPr marL="1225296" indent="0">
              <a:buNone/>
              <a:defRPr sz="1072">
                <a:solidFill>
                  <a:schemeClr val="tx1">
                    <a:tint val="82000"/>
                  </a:schemeClr>
                </a:solidFill>
              </a:defRPr>
            </a:lvl5pPr>
            <a:lvl6pPr marL="1531620" indent="0">
              <a:buNone/>
              <a:defRPr sz="1072">
                <a:solidFill>
                  <a:schemeClr val="tx1">
                    <a:tint val="82000"/>
                  </a:schemeClr>
                </a:solidFill>
              </a:defRPr>
            </a:lvl6pPr>
            <a:lvl7pPr marL="1837944" indent="0">
              <a:buNone/>
              <a:defRPr sz="1072">
                <a:solidFill>
                  <a:schemeClr val="tx1">
                    <a:tint val="82000"/>
                  </a:schemeClr>
                </a:solidFill>
              </a:defRPr>
            </a:lvl7pPr>
            <a:lvl8pPr marL="2144268" indent="0">
              <a:buNone/>
              <a:defRPr sz="1072">
                <a:solidFill>
                  <a:schemeClr val="tx1">
                    <a:tint val="82000"/>
                  </a:schemeClr>
                </a:solidFill>
              </a:defRPr>
            </a:lvl8pPr>
            <a:lvl9pPr marL="2450592" indent="0">
              <a:buNone/>
              <a:defRPr sz="10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9438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1174" y="1314281"/>
            <a:ext cx="2603619" cy="3132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01370" y="1314281"/>
            <a:ext cx="2603619" cy="3132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29252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971" y="262857"/>
            <a:ext cx="5283816" cy="95428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1972" y="1210282"/>
            <a:ext cx="2591654" cy="593140"/>
          </a:xfrm>
        </p:spPr>
        <p:txBody>
          <a:bodyPr anchor="b"/>
          <a:lstStyle>
            <a:lvl1pPr marL="0" indent="0">
              <a:buNone/>
              <a:defRPr sz="1608" b="1"/>
            </a:lvl1pPr>
            <a:lvl2pPr marL="306324" indent="0">
              <a:buNone/>
              <a:defRPr sz="1340" b="1"/>
            </a:lvl2pPr>
            <a:lvl3pPr marL="612648" indent="0">
              <a:buNone/>
              <a:defRPr sz="1206" b="1"/>
            </a:lvl3pPr>
            <a:lvl4pPr marL="918972" indent="0">
              <a:buNone/>
              <a:defRPr sz="1072" b="1"/>
            </a:lvl4pPr>
            <a:lvl5pPr marL="1225296" indent="0">
              <a:buNone/>
              <a:defRPr sz="1072" b="1"/>
            </a:lvl5pPr>
            <a:lvl6pPr marL="1531620" indent="0">
              <a:buNone/>
              <a:defRPr sz="1072" b="1"/>
            </a:lvl6pPr>
            <a:lvl7pPr marL="1837944" indent="0">
              <a:buNone/>
              <a:defRPr sz="1072" b="1"/>
            </a:lvl7pPr>
            <a:lvl8pPr marL="2144268" indent="0">
              <a:buNone/>
              <a:defRPr sz="1072" b="1"/>
            </a:lvl8pPr>
            <a:lvl9pPr marL="2450592" indent="0">
              <a:buNone/>
              <a:defRPr sz="10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1972" y="1803422"/>
            <a:ext cx="2591654" cy="26525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01370" y="1210282"/>
            <a:ext cx="2604417" cy="593140"/>
          </a:xfrm>
        </p:spPr>
        <p:txBody>
          <a:bodyPr anchor="b"/>
          <a:lstStyle>
            <a:lvl1pPr marL="0" indent="0">
              <a:buNone/>
              <a:defRPr sz="1608" b="1"/>
            </a:lvl1pPr>
            <a:lvl2pPr marL="306324" indent="0">
              <a:buNone/>
              <a:defRPr sz="1340" b="1"/>
            </a:lvl2pPr>
            <a:lvl3pPr marL="612648" indent="0">
              <a:buNone/>
              <a:defRPr sz="1206" b="1"/>
            </a:lvl3pPr>
            <a:lvl4pPr marL="918972" indent="0">
              <a:buNone/>
              <a:defRPr sz="1072" b="1"/>
            </a:lvl4pPr>
            <a:lvl5pPr marL="1225296" indent="0">
              <a:buNone/>
              <a:defRPr sz="1072" b="1"/>
            </a:lvl5pPr>
            <a:lvl6pPr marL="1531620" indent="0">
              <a:buNone/>
              <a:defRPr sz="1072" b="1"/>
            </a:lvl6pPr>
            <a:lvl7pPr marL="1837944" indent="0">
              <a:buNone/>
              <a:defRPr sz="1072" b="1"/>
            </a:lvl7pPr>
            <a:lvl8pPr marL="2144268" indent="0">
              <a:buNone/>
              <a:defRPr sz="1072" b="1"/>
            </a:lvl8pPr>
            <a:lvl9pPr marL="2450592" indent="0">
              <a:buNone/>
              <a:defRPr sz="10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101370" y="1803422"/>
            <a:ext cx="2604417" cy="26525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5825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31927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21033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972" y="329142"/>
            <a:ext cx="1975847" cy="1151996"/>
          </a:xfrm>
        </p:spPr>
        <p:txBody>
          <a:bodyPr anchor="b"/>
          <a:lstStyle>
            <a:lvl1pPr>
              <a:defRPr sz="21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04417" y="710856"/>
            <a:ext cx="3101370" cy="3508559"/>
          </a:xfrm>
        </p:spPr>
        <p:txBody>
          <a:bodyPr/>
          <a:lstStyle>
            <a:lvl1pPr>
              <a:defRPr sz="2144"/>
            </a:lvl1pPr>
            <a:lvl2pPr>
              <a:defRPr sz="1876"/>
            </a:lvl2pPr>
            <a:lvl3pPr>
              <a:defRPr sz="1608"/>
            </a:lvl3pPr>
            <a:lvl4pPr>
              <a:defRPr sz="1340"/>
            </a:lvl4pPr>
            <a:lvl5pPr>
              <a:defRPr sz="1340"/>
            </a:lvl5pPr>
            <a:lvl6pPr>
              <a:defRPr sz="1340"/>
            </a:lvl6pPr>
            <a:lvl7pPr>
              <a:defRPr sz="1340"/>
            </a:lvl7pPr>
            <a:lvl8pPr>
              <a:defRPr sz="1340"/>
            </a:lvl8pPr>
            <a:lvl9pPr>
              <a:defRPr sz="13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1972" y="1481138"/>
            <a:ext cx="1975847" cy="2743990"/>
          </a:xfrm>
        </p:spPr>
        <p:txBody>
          <a:bodyPr/>
          <a:lstStyle>
            <a:lvl1pPr marL="0" indent="0">
              <a:buNone/>
              <a:defRPr sz="1072"/>
            </a:lvl1pPr>
            <a:lvl2pPr marL="306324" indent="0">
              <a:buNone/>
              <a:defRPr sz="938"/>
            </a:lvl2pPr>
            <a:lvl3pPr marL="612648" indent="0">
              <a:buNone/>
              <a:defRPr sz="804"/>
            </a:lvl3pPr>
            <a:lvl4pPr marL="918972" indent="0">
              <a:buNone/>
              <a:defRPr sz="670"/>
            </a:lvl4pPr>
            <a:lvl5pPr marL="1225296" indent="0">
              <a:buNone/>
              <a:defRPr sz="670"/>
            </a:lvl5pPr>
            <a:lvl6pPr marL="1531620" indent="0">
              <a:buNone/>
              <a:defRPr sz="670"/>
            </a:lvl6pPr>
            <a:lvl7pPr marL="1837944" indent="0">
              <a:buNone/>
              <a:defRPr sz="670"/>
            </a:lvl7pPr>
            <a:lvl8pPr marL="2144268" indent="0">
              <a:buNone/>
              <a:defRPr sz="670"/>
            </a:lvl8pPr>
            <a:lvl9pPr marL="2450592" indent="0">
              <a:buNone/>
              <a:defRPr sz="67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78628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972" y="329142"/>
            <a:ext cx="1975847" cy="1151996"/>
          </a:xfrm>
        </p:spPr>
        <p:txBody>
          <a:bodyPr anchor="b"/>
          <a:lstStyle>
            <a:lvl1pPr>
              <a:defRPr sz="21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04417" y="710856"/>
            <a:ext cx="3101370" cy="3508559"/>
          </a:xfrm>
        </p:spPr>
        <p:txBody>
          <a:bodyPr anchor="t"/>
          <a:lstStyle>
            <a:lvl1pPr marL="0" indent="0">
              <a:buNone/>
              <a:defRPr sz="2144"/>
            </a:lvl1pPr>
            <a:lvl2pPr marL="306324" indent="0">
              <a:buNone/>
              <a:defRPr sz="1876"/>
            </a:lvl2pPr>
            <a:lvl3pPr marL="612648" indent="0">
              <a:buNone/>
              <a:defRPr sz="1608"/>
            </a:lvl3pPr>
            <a:lvl4pPr marL="918972" indent="0">
              <a:buNone/>
              <a:defRPr sz="1340"/>
            </a:lvl4pPr>
            <a:lvl5pPr marL="1225296" indent="0">
              <a:buNone/>
              <a:defRPr sz="1340"/>
            </a:lvl5pPr>
            <a:lvl6pPr marL="1531620" indent="0">
              <a:buNone/>
              <a:defRPr sz="1340"/>
            </a:lvl6pPr>
            <a:lvl7pPr marL="1837944" indent="0">
              <a:buNone/>
              <a:defRPr sz="1340"/>
            </a:lvl7pPr>
            <a:lvl8pPr marL="2144268" indent="0">
              <a:buNone/>
              <a:defRPr sz="1340"/>
            </a:lvl8pPr>
            <a:lvl9pPr marL="2450592" indent="0">
              <a:buNone/>
              <a:defRPr sz="13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1972" y="1481138"/>
            <a:ext cx="1975847" cy="2743990"/>
          </a:xfrm>
        </p:spPr>
        <p:txBody>
          <a:bodyPr/>
          <a:lstStyle>
            <a:lvl1pPr marL="0" indent="0">
              <a:buNone/>
              <a:defRPr sz="1072"/>
            </a:lvl1pPr>
            <a:lvl2pPr marL="306324" indent="0">
              <a:buNone/>
              <a:defRPr sz="938"/>
            </a:lvl2pPr>
            <a:lvl3pPr marL="612648" indent="0">
              <a:buNone/>
              <a:defRPr sz="804"/>
            </a:lvl3pPr>
            <a:lvl4pPr marL="918972" indent="0">
              <a:buNone/>
              <a:defRPr sz="670"/>
            </a:lvl4pPr>
            <a:lvl5pPr marL="1225296" indent="0">
              <a:buNone/>
              <a:defRPr sz="670"/>
            </a:lvl5pPr>
            <a:lvl6pPr marL="1531620" indent="0">
              <a:buNone/>
              <a:defRPr sz="670"/>
            </a:lvl6pPr>
            <a:lvl7pPr marL="1837944" indent="0">
              <a:buNone/>
              <a:defRPr sz="670"/>
            </a:lvl7pPr>
            <a:lvl8pPr marL="2144268" indent="0">
              <a:buNone/>
              <a:defRPr sz="670"/>
            </a:lvl8pPr>
            <a:lvl9pPr marL="2450592" indent="0">
              <a:buNone/>
              <a:defRPr sz="67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5663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8665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384036" y="262856"/>
            <a:ext cx="1320954" cy="41839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1174" y="262856"/>
            <a:ext cx="3886285" cy="41839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94147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1174" y="262857"/>
            <a:ext cx="5283816" cy="9542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1174" y="1314281"/>
            <a:ext cx="5283816" cy="3132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1174" y="4575985"/>
            <a:ext cx="1378387" cy="2628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560ECC-EA69-4449-9ACE-963B3EEBCA8A}" type="datetimeFigureOut">
              <a:rPr lang="en-DE" smtClean="0"/>
              <a:t>05/31/2026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29292" y="4575985"/>
            <a:ext cx="2067580" cy="2628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26602" y="4575985"/>
            <a:ext cx="1378387" cy="2628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EAAF5A-A313-443E-A7CB-CAC9FCBC97D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14964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612648" rtl="0" eaLnBrk="1" latinLnBrk="0" hangingPunct="1">
        <a:lnSpc>
          <a:spcPct val="90000"/>
        </a:lnSpc>
        <a:spcBef>
          <a:spcPct val="0"/>
        </a:spcBef>
        <a:buNone/>
        <a:defRPr sz="29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3162" indent="-153162" algn="l" defTabSz="612648" rtl="0" eaLnBrk="1" latinLnBrk="0" hangingPunct="1">
        <a:lnSpc>
          <a:spcPct val="90000"/>
        </a:lnSpc>
        <a:spcBef>
          <a:spcPts val="670"/>
        </a:spcBef>
        <a:buFont typeface="Arial" panose="020B0604020202020204" pitchFamily="34" charset="0"/>
        <a:buChar char="•"/>
        <a:defRPr sz="1876" kern="1200">
          <a:solidFill>
            <a:schemeClr val="tx1"/>
          </a:solidFill>
          <a:latin typeface="+mn-lt"/>
          <a:ea typeface="+mn-ea"/>
          <a:cs typeface="+mn-cs"/>
        </a:defRPr>
      </a:lvl1pPr>
      <a:lvl2pPr marL="459486" indent="-153162" algn="l" defTabSz="612648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608" kern="1200">
          <a:solidFill>
            <a:schemeClr val="tx1"/>
          </a:solidFill>
          <a:latin typeface="+mn-lt"/>
          <a:ea typeface="+mn-ea"/>
          <a:cs typeface="+mn-cs"/>
        </a:defRPr>
      </a:lvl2pPr>
      <a:lvl3pPr marL="765810" indent="-153162" algn="l" defTabSz="612648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72134" indent="-153162" algn="l" defTabSz="612648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6" kern="1200">
          <a:solidFill>
            <a:schemeClr val="tx1"/>
          </a:solidFill>
          <a:latin typeface="+mn-lt"/>
          <a:ea typeface="+mn-ea"/>
          <a:cs typeface="+mn-cs"/>
        </a:defRPr>
      </a:lvl4pPr>
      <a:lvl5pPr marL="1378458" indent="-153162" algn="l" defTabSz="612648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6" kern="1200">
          <a:solidFill>
            <a:schemeClr val="tx1"/>
          </a:solidFill>
          <a:latin typeface="+mn-lt"/>
          <a:ea typeface="+mn-ea"/>
          <a:cs typeface="+mn-cs"/>
        </a:defRPr>
      </a:lvl5pPr>
      <a:lvl6pPr marL="1684782" indent="-153162" algn="l" defTabSz="612648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6" kern="1200">
          <a:solidFill>
            <a:schemeClr val="tx1"/>
          </a:solidFill>
          <a:latin typeface="+mn-lt"/>
          <a:ea typeface="+mn-ea"/>
          <a:cs typeface="+mn-cs"/>
        </a:defRPr>
      </a:lvl6pPr>
      <a:lvl7pPr marL="1991106" indent="-153162" algn="l" defTabSz="612648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6" kern="1200">
          <a:solidFill>
            <a:schemeClr val="tx1"/>
          </a:solidFill>
          <a:latin typeface="+mn-lt"/>
          <a:ea typeface="+mn-ea"/>
          <a:cs typeface="+mn-cs"/>
        </a:defRPr>
      </a:lvl7pPr>
      <a:lvl8pPr marL="2297430" indent="-153162" algn="l" defTabSz="612648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6" kern="1200">
          <a:solidFill>
            <a:schemeClr val="tx1"/>
          </a:solidFill>
          <a:latin typeface="+mn-lt"/>
          <a:ea typeface="+mn-ea"/>
          <a:cs typeface="+mn-cs"/>
        </a:defRPr>
      </a:lvl8pPr>
      <a:lvl9pPr marL="2603754" indent="-153162" algn="l" defTabSz="612648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12648" rtl="0" eaLnBrk="1" latinLnBrk="0" hangingPunct="1">
        <a:defRPr sz="1206" kern="1200">
          <a:solidFill>
            <a:schemeClr val="tx1"/>
          </a:solidFill>
          <a:latin typeface="+mn-lt"/>
          <a:ea typeface="+mn-ea"/>
          <a:cs typeface="+mn-cs"/>
        </a:defRPr>
      </a:lvl1pPr>
      <a:lvl2pPr marL="306324" algn="l" defTabSz="612648" rtl="0" eaLnBrk="1" latinLnBrk="0" hangingPunct="1">
        <a:defRPr sz="1206" kern="1200">
          <a:solidFill>
            <a:schemeClr val="tx1"/>
          </a:solidFill>
          <a:latin typeface="+mn-lt"/>
          <a:ea typeface="+mn-ea"/>
          <a:cs typeface="+mn-cs"/>
        </a:defRPr>
      </a:lvl2pPr>
      <a:lvl3pPr marL="612648" algn="l" defTabSz="612648" rtl="0" eaLnBrk="1" latinLnBrk="0" hangingPunct="1">
        <a:defRPr sz="1206" kern="1200">
          <a:solidFill>
            <a:schemeClr val="tx1"/>
          </a:solidFill>
          <a:latin typeface="+mn-lt"/>
          <a:ea typeface="+mn-ea"/>
          <a:cs typeface="+mn-cs"/>
        </a:defRPr>
      </a:lvl3pPr>
      <a:lvl4pPr marL="918972" algn="l" defTabSz="612648" rtl="0" eaLnBrk="1" latinLnBrk="0" hangingPunct="1">
        <a:defRPr sz="1206" kern="1200">
          <a:solidFill>
            <a:schemeClr val="tx1"/>
          </a:solidFill>
          <a:latin typeface="+mn-lt"/>
          <a:ea typeface="+mn-ea"/>
          <a:cs typeface="+mn-cs"/>
        </a:defRPr>
      </a:lvl4pPr>
      <a:lvl5pPr marL="1225296" algn="l" defTabSz="612648" rtl="0" eaLnBrk="1" latinLnBrk="0" hangingPunct="1">
        <a:defRPr sz="1206" kern="1200">
          <a:solidFill>
            <a:schemeClr val="tx1"/>
          </a:solidFill>
          <a:latin typeface="+mn-lt"/>
          <a:ea typeface="+mn-ea"/>
          <a:cs typeface="+mn-cs"/>
        </a:defRPr>
      </a:lvl5pPr>
      <a:lvl6pPr marL="1531620" algn="l" defTabSz="612648" rtl="0" eaLnBrk="1" latinLnBrk="0" hangingPunct="1">
        <a:defRPr sz="1206" kern="1200">
          <a:solidFill>
            <a:schemeClr val="tx1"/>
          </a:solidFill>
          <a:latin typeface="+mn-lt"/>
          <a:ea typeface="+mn-ea"/>
          <a:cs typeface="+mn-cs"/>
        </a:defRPr>
      </a:lvl6pPr>
      <a:lvl7pPr marL="1837944" algn="l" defTabSz="612648" rtl="0" eaLnBrk="1" latinLnBrk="0" hangingPunct="1">
        <a:defRPr sz="1206" kern="1200">
          <a:solidFill>
            <a:schemeClr val="tx1"/>
          </a:solidFill>
          <a:latin typeface="+mn-lt"/>
          <a:ea typeface="+mn-ea"/>
          <a:cs typeface="+mn-cs"/>
        </a:defRPr>
      </a:lvl7pPr>
      <a:lvl8pPr marL="2144268" algn="l" defTabSz="612648" rtl="0" eaLnBrk="1" latinLnBrk="0" hangingPunct="1">
        <a:defRPr sz="1206" kern="1200">
          <a:solidFill>
            <a:schemeClr val="tx1"/>
          </a:solidFill>
          <a:latin typeface="+mn-lt"/>
          <a:ea typeface="+mn-ea"/>
          <a:cs typeface="+mn-cs"/>
        </a:defRPr>
      </a:lvl8pPr>
      <a:lvl9pPr marL="2450592" algn="l" defTabSz="612648" rtl="0" eaLnBrk="1" latinLnBrk="0" hangingPunct="1">
        <a:defRPr sz="12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14ABED-0497-F482-46CF-1BECB3A3E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1579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391766-8603-FC1B-49CF-E05A01EEC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5493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AEC868-49D4-9064-7BFF-FD32A931E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1991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A21E99-9367-F551-DC2F-B0EACEF14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1967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FA406-9D87-DC0A-009D-D98132BA7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7170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94C392-CAB7-7ECB-43D2-B0F271BCC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4251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01957F-5035-AAB4-CF2A-43794069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0590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ED19D3-DBBC-E2F8-8345-23DE520F7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689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543CE9-F242-1DCB-10AE-FB30A99EF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2480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7E9AE8-A052-1BBB-624F-37F8B9D7D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9760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9790F-EEEF-4E7D-335B-BD3A2B76A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B6425F-208E-8E91-0DF7-1CE1A297B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0" y="1904"/>
            <a:ext cx="6171429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0777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Custom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3</cp:revision>
  <dcterms:created xsi:type="dcterms:W3CDTF">2026-05-31T15:05:04Z</dcterms:created>
  <dcterms:modified xsi:type="dcterms:W3CDTF">2026-05-31T15:33:07Z</dcterms:modified>
</cp:coreProperties>
</file>