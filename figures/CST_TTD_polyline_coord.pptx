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4" d="100"/>
          <a:sy n="54" d="100"/>
        </p:scale>
        <p:origin x="144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346836"/>
            <a:ext cx="103632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322446"/>
            <a:ext cx="91440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75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723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051688"/>
            <a:ext cx="1051560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5507358"/>
            <a:ext cx="1051560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6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190750"/>
            <a:ext cx="518160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0750"/>
            <a:ext cx="518160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364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8152"/>
            <a:ext cx="1051560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017396"/>
            <a:ext cx="5157787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3006090"/>
            <a:ext cx="5157787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017396"/>
            <a:ext cx="5183188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3006090"/>
            <a:ext cx="5183188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598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855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6060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548640"/>
            <a:ext cx="3932237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184912"/>
            <a:ext cx="617220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468880"/>
            <a:ext cx="3932237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868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548640"/>
            <a:ext cx="3932237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184912"/>
            <a:ext cx="6172200" cy="5848350"/>
          </a:xfrm>
        </p:spPr>
        <p:txBody>
          <a:bodyPr anchor="t"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468880"/>
            <a:ext cx="3932237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147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891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438150"/>
            <a:ext cx="262890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438150"/>
            <a:ext cx="7734300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816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438152"/>
            <a:ext cx="1051560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190750"/>
            <a:ext cx="1051560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7627622"/>
            <a:ext cx="274320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41CCDE-90AE-4DC4-86E7-13D12ED34910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7627622"/>
            <a:ext cx="411480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7627622"/>
            <a:ext cx="274320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535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0A54B4F-B66F-E88E-4AED-40FB9623733B}"/>
              </a:ext>
            </a:extLst>
          </p:cNvPr>
          <p:cNvCxnSpPr>
            <a:cxnSpLocks/>
          </p:cNvCxnSpPr>
          <p:nvPr/>
        </p:nvCxnSpPr>
        <p:spPr>
          <a:xfrm>
            <a:off x="5754032" y="177642"/>
            <a:ext cx="97923" cy="7893733"/>
          </a:xfrm>
          <a:prstGeom prst="straightConnector1">
            <a:avLst/>
          </a:prstGeom>
          <a:ln>
            <a:headEnd type="triangle" w="lg" len="lg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7B9CBEBB-6442-1C85-58EF-FF495F7DD798}"/>
              </a:ext>
            </a:extLst>
          </p:cNvPr>
          <p:cNvSpPr/>
          <p:nvPr/>
        </p:nvSpPr>
        <p:spPr>
          <a:xfrm>
            <a:off x="5632153" y="2508502"/>
            <a:ext cx="394839" cy="9578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525C7C58-599C-73B3-2A90-D959344D1229}"/>
              </a:ext>
            </a:extLst>
          </p:cNvPr>
          <p:cNvSpPr/>
          <p:nvPr/>
        </p:nvSpPr>
        <p:spPr>
          <a:xfrm rot="5400000">
            <a:off x="4996708" y="3322004"/>
            <a:ext cx="394839" cy="146370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010F2BD-087B-B394-D5AB-338868F58662}"/>
              </a:ext>
            </a:extLst>
          </p:cNvPr>
          <p:cNvSpPr/>
          <p:nvPr/>
        </p:nvSpPr>
        <p:spPr>
          <a:xfrm rot="5400000">
            <a:off x="5023258" y="2585539"/>
            <a:ext cx="394839" cy="146370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A50C37D8-9119-F3E7-DAD9-A4964704B02D}"/>
              </a:ext>
            </a:extLst>
          </p:cNvPr>
          <p:cNvSpPr/>
          <p:nvPr/>
        </p:nvSpPr>
        <p:spPr>
          <a:xfrm>
            <a:off x="4249125" y="3110922"/>
            <a:ext cx="394839" cy="114034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AE83B081-15E9-71DB-1782-1C241E4C9B69}"/>
              </a:ext>
            </a:extLst>
          </p:cNvPr>
          <p:cNvCxnSpPr>
            <a:cxnSpLocks/>
          </p:cNvCxnSpPr>
          <p:nvPr/>
        </p:nvCxnSpPr>
        <p:spPr>
          <a:xfrm flipH="1">
            <a:off x="4462277" y="3315513"/>
            <a:ext cx="1304923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9AB059FE-4046-C07A-D732-45D85B60587E}"/>
              </a:ext>
            </a:extLst>
          </p:cNvPr>
          <p:cNvCxnSpPr>
            <a:cxnSpLocks/>
          </p:cNvCxnSpPr>
          <p:nvPr/>
        </p:nvCxnSpPr>
        <p:spPr>
          <a:xfrm flipH="1">
            <a:off x="4462277" y="4048938"/>
            <a:ext cx="1304923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4866A252-8B5D-AF87-AAEF-03374D72AB8F}"/>
              </a:ext>
            </a:extLst>
          </p:cNvPr>
          <p:cNvCxnSpPr>
            <a:cxnSpLocks/>
          </p:cNvCxnSpPr>
          <p:nvPr/>
        </p:nvCxnSpPr>
        <p:spPr>
          <a:xfrm flipH="1">
            <a:off x="4462277" y="3315515"/>
            <a:ext cx="1" cy="733425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Oval 117">
            <a:extLst>
              <a:ext uri="{FF2B5EF4-FFF2-40B4-BE49-F238E27FC236}">
                <a16:creationId xmlns:a16="http://schemas.microsoft.com/office/drawing/2014/main" id="{AF5DB741-DF95-D7BD-4E5B-6DB82E61077C}"/>
              </a:ext>
            </a:extLst>
          </p:cNvPr>
          <p:cNvSpPr>
            <a:spLocks noChangeAspect="1"/>
          </p:cNvSpPr>
          <p:nvPr/>
        </p:nvSpPr>
        <p:spPr>
          <a:xfrm>
            <a:off x="5712812" y="3263473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B12C929-3F16-7009-9FEC-B8EFCE7A5071}"/>
              </a:ext>
            </a:extLst>
          </p:cNvPr>
          <p:cNvSpPr>
            <a:spLocks noChangeAspect="1"/>
          </p:cNvSpPr>
          <p:nvPr/>
        </p:nvSpPr>
        <p:spPr>
          <a:xfrm>
            <a:off x="4407888" y="3263473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CDEE48E9-9D32-8701-2F65-F31D5E9C7292}"/>
              </a:ext>
            </a:extLst>
          </p:cNvPr>
          <p:cNvSpPr>
            <a:spLocks noChangeAspect="1"/>
          </p:cNvSpPr>
          <p:nvPr/>
        </p:nvSpPr>
        <p:spPr>
          <a:xfrm>
            <a:off x="4407888" y="3994550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0A9D71D3-1C53-48C8-4F9A-96C4ABFC2AEF}"/>
              </a:ext>
            </a:extLst>
          </p:cNvPr>
          <p:cNvSpPr>
            <a:spLocks noChangeAspect="1"/>
          </p:cNvSpPr>
          <p:nvPr/>
        </p:nvSpPr>
        <p:spPr>
          <a:xfrm>
            <a:off x="5712812" y="3994550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C72E6691-1E14-5872-F5AA-AE8885C0CF9B}"/>
              </a:ext>
            </a:extLst>
          </p:cNvPr>
          <p:cNvCxnSpPr>
            <a:cxnSpLocks/>
          </p:cNvCxnSpPr>
          <p:nvPr/>
        </p:nvCxnSpPr>
        <p:spPr>
          <a:xfrm flipH="1">
            <a:off x="4204189" y="4385200"/>
            <a:ext cx="1344072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69BE4F61-CBA3-F369-3D3A-AC8C61BE7530}"/>
              </a:ext>
            </a:extLst>
          </p:cNvPr>
          <p:cNvGrpSpPr/>
          <p:nvPr/>
        </p:nvGrpSpPr>
        <p:grpSpPr>
          <a:xfrm rot="5400000">
            <a:off x="7280527" y="4467405"/>
            <a:ext cx="6353175" cy="885825"/>
            <a:chOff x="1971675" y="447675"/>
            <a:chExt cx="6353175" cy="88582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0A7077C-AFB7-C5A1-F30C-43F98593390A}"/>
                </a:ext>
              </a:extLst>
            </p:cNvPr>
            <p:cNvSpPr/>
            <p:nvPr/>
          </p:nvSpPr>
          <p:spPr>
            <a:xfrm>
              <a:off x="2428875" y="666750"/>
              <a:ext cx="5438775" cy="4572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CC502F1-916A-DDE2-837D-476E5769F26A}"/>
                </a:ext>
              </a:extLst>
            </p:cNvPr>
            <p:cNvSpPr/>
            <p:nvPr/>
          </p:nvSpPr>
          <p:spPr>
            <a:xfrm>
              <a:off x="7867650" y="447675"/>
              <a:ext cx="457200" cy="8763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72B3316-5445-9BEE-C52C-33F602856E89}"/>
                </a:ext>
              </a:extLst>
            </p:cNvPr>
            <p:cNvSpPr/>
            <p:nvPr/>
          </p:nvSpPr>
          <p:spPr>
            <a:xfrm>
              <a:off x="1971675" y="457200"/>
              <a:ext cx="457200" cy="8763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2" name="Rectangle 71">
            <a:extLst>
              <a:ext uri="{FF2B5EF4-FFF2-40B4-BE49-F238E27FC236}">
                <a16:creationId xmlns:a16="http://schemas.microsoft.com/office/drawing/2014/main" id="{ABFCDBF4-9A5C-7A80-CFD3-E48A5BF04C5D}"/>
              </a:ext>
            </a:extLst>
          </p:cNvPr>
          <p:cNvSpPr/>
          <p:nvPr/>
        </p:nvSpPr>
        <p:spPr>
          <a:xfrm rot="5400000">
            <a:off x="9567295" y="4053719"/>
            <a:ext cx="394839" cy="18436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E0E2CFE-7737-4370-B074-57FEB118BA15}"/>
              </a:ext>
            </a:extLst>
          </p:cNvPr>
          <p:cNvCxnSpPr>
            <a:cxnSpLocks/>
          </p:cNvCxnSpPr>
          <p:nvPr/>
        </p:nvCxnSpPr>
        <p:spPr>
          <a:xfrm flipH="1">
            <a:off x="2675370" y="4980511"/>
            <a:ext cx="8329613" cy="2"/>
          </a:xfrm>
          <a:prstGeom prst="straightConnector1">
            <a:avLst/>
          </a:prstGeom>
          <a:ln>
            <a:headEnd type="triangle" w="lg" len="lg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EE5F221-5D4D-BCA9-6C42-49623B90F893}"/>
              </a:ext>
            </a:extLst>
          </p:cNvPr>
          <p:cNvCxnSpPr>
            <a:cxnSpLocks/>
          </p:cNvCxnSpPr>
          <p:nvPr/>
        </p:nvCxnSpPr>
        <p:spPr>
          <a:xfrm flipV="1">
            <a:off x="9057022" y="4975565"/>
            <a:ext cx="1597425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E250C868-C9C8-B7AF-E309-981B6EE14AF6}"/>
              </a:ext>
            </a:extLst>
          </p:cNvPr>
          <p:cNvSpPr/>
          <p:nvPr/>
        </p:nvSpPr>
        <p:spPr>
          <a:xfrm>
            <a:off x="8842870" y="3104029"/>
            <a:ext cx="394839" cy="175886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E5E28AA-2EFC-A9FD-42E0-10C029A3BA0E}"/>
              </a:ext>
            </a:extLst>
          </p:cNvPr>
          <p:cNvSpPr/>
          <p:nvPr/>
        </p:nvSpPr>
        <p:spPr>
          <a:xfrm>
            <a:off x="8311407" y="3221649"/>
            <a:ext cx="369333" cy="175886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5B59C-BF6C-C04D-6945-814BBC886B71}"/>
              </a:ext>
            </a:extLst>
          </p:cNvPr>
          <p:cNvSpPr/>
          <p:nvPr/>
        </p:nvSpPr>
        <p:spPr>
          <a:xfrm rot="5400000">
            <a:off x="8569257" y="2855856"/>
            <a:ext cx="394839" cy="8991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AA40880-9B03-18FE-8505-E35E2531EA33}"/>
              </a:ext>
            </a:extLst>
          </p:cNvPr>
          <p:cNvSpPr/>
          <p:nvPr/>
        </p:nvSpPr>
        <p:spPr>
          <a:xfrm>
            <a:off x="6368016" y="2972501"/>
            <a:ext cx="394839" cy="15846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4B47D41-15A8-BDEC-AB85-D44012874410}"/>
              </a:ext>
            </a:extLst>
          </p:cNvPr>
          <p:cNvSpPr/>
          <p:nvPr/>
        </p:nvSpPr>
        <p:spPr>
          <a:xfrm rot="5400000">
            <a:off x="5081463" y="1950115"/>
            <a:ext cx="394839" cy="146370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60D4A84-24E9-34C2-A56C-FD063E538713}"/>
              </a:ext>
            </a:extLst>
          </p:cNvPr>
          <p:cNvSpPr/>
          <p:nvPr/>
        </p:nvSpPr>
        <p:spPr>
          <a:xfrm rot="5400000">
            <a:off x="5108013" y="1213650"/>
            <a:ext cx="394839" cy="146370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3147B2F3-E2E3-75FE-3766-54FD8563BDBE}"/>
              </a:ext>
            </a:extLst>
          </p:cNvPr>
          <p:cNvSpPr/>
          <p:nvPr/>
        </p:nvSpPr>
        <p:spPr>
          <a:xfrm rot="5400000">
            <a:off x="6776588" y="2570076"/>
            <a:ext cx="394839" cy="12041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3551C4F-348F-BD03-8076-8ED6678EFC9E}"/>
              </a:ext>
            </a:extLst>
          </p:cNvPr>
          <p:cNvSpPr/>
          <p:nvPr/>
        </p:nvSpPr>
        <p:spPr>
          <a:xfrm>
            <a:off x="4333880" y="1739033"/>
            <a:ext cx="394839" cy="114034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2F0F69C7-D80B-251C-DED5-672E78C2BD97}"/>
              </a:ext>
            </a:extLst>
          </p:cNvPr>
          <p:cNvSpPr/>
          <p:nvPr/>
        </p:nvSpPr>
        <p:spPr>
          <a:xfrm rot="5400000">
            <a:off x="6001634" y="3815865"/>
            <a:ext cx="394839" cy="11100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F79474F2-72A7-4A4F-75A1-746CAF8EB8E6}"/>
              </a:ext>
            </a:extLst>
          </p:cNvPr>
          <p:cNvSpPr/>
          <p:nvPr/>
        </p:nvSpPr>
        <p:spPr>
          <a:xfrm rot="5400000">
            <a:off x="7736200" y="4241762"/>
            <a:ext cx="394839" cy="14783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91FC51E-FABA-7FDD-921C-457EC36D3B99}"/>
              </a:ext>
            </a:extLst>
          </p:cNvPr>
          <p:cNvSpPr/>
          <p:nvPr/>
        </p:nvSpPr>
        <p:spPr>
          <a:xfrm>
            <a:off x="7190211" y="2983966"/>
            <a:ext cx="394839" cy="197765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E8D53A3-AE1E-D831-6CFE-58D7A4E88EEA}"/>
              </a:ext>
            </a:extLst>
          </p:cNvPr>
          <p:cNvSpPr/>
          <p:nvPr/>
        </p:nvSpPr>
        <p:spPr>
          <a:xfrm>
            <a:off x="5644008" y="3883853"/>
            <a:ext cx="394839" cy="5544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C328F25-766E-EC0C-120E-0E5485535D6F}"/>
              </a:ext>
            </a:extLst>
          </p:cNvPr>
          <p:cNvGrpSpPr/>
          <p:nvPr/>
        </p:nvGrpSpPr>
        <p:grpSpPr>
          <a:xfrm>
            <a:off x="2675369" y="694255"/>
            <a:ext cx="6353175" cy="885825"/>
            <a:chOff x="1971675" y="447675"/>
            <a:chExt cx="6353175" cy="88582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205241A-876C-DF72-30DD-190D23AA4CAE}"/>
                </a:ext>
              </a:extLst>
            </p:cNvPr>
            <p:cNvSpPr/>
            <p:nvPr/>
          </p:nvSpPr>
          <p:spPr>
            <a:xfrm>
              <a:off x="2428875" y="666750"/>
              <a:ext cx="5438775" cy="4572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54F505F-7E29-5714-48CB-08C9C0156A6A}"/>
                </a:ext>
              </a:extLst>
            </p:cNvPr>
            <p:cNvSpPr/>
            <p:nvPr/>
          </p:nvSpPr>
          <p:spPr>
            <a:xfrm>
              <a:off x="7867650" y="447675"/>
              <a:ext cx="457200" cy="8763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D2B4A17-8237-4F73-1DCA-C177FAB555D5}"/>
                </a:ext>
              </a:extLst>
            </p:cNvPr>
            <p:cNvSpPr/>
            <p:nvPr/>
          </p:nvSpPr>
          <p:spPr>
            <a:xfrm>
              <a:off x="1971675" y="457200"/>
              <a:ext cx="457200" cy="8763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0" name="Rectangle 79">
            <a:extLst>
              <a:ext uri="{FF2B5EF4-FFF2-40B4-BE49-F238E27FC236}">
                <a16:creationId xmlns:a16="http://schemas.microsoft.com/office/drawing/2014/main" id="{6611C7F8-5F86-0AA9-3DE4-2CA3B9E20964}"/>
              </a:ext>
            </a:extLst>
          </p:cNvPr>
          <p:cNvSpPr/>
          <p:nvPr/>
        </p:nvSpPr>
        <p:spPr>
          <a:xfrm>
            <a:off x="5658283" y="908182"/>
            <a:ext cx="394839" cy="11999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C5EF031-51AC-7DFE-E822-84EB8BB0A4B2}"/>
              </a:ext>
            </a:extLst>
          </p:cNvPr>
          <p:cNvCxnSpPr>
            <a:cxnSpLocks/>
          </p:cNvCxnSpPr>
          <p:nvPr/>
        </p:nvCxnSpPr>
        <p:spPr>
          <a:xfrm>
            <a:off x="5836715" y="938736"/>
            <a:ext cx="0" cy="1081088"/>
          </a:xfrm>
          <a:prstGeom prst="line">
            <a:avLst/>
          </a:prstGeom>
          <a:ln w="381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215C846-2551-7EDB-65C0-A14FEB96ACA2}"/>
              </a:ext>
            </a:extLst>
          </p:cNvPr>
          <p:cNvCxnSpPr>
            <a:cxnSpLocks/>
          </p:cNvCxnSpPr>
          <p:nvPr/>
        </p:nvCxnSpPr>
        <p:spPr>
          <a:xfrm flipH="1">
            <a:off x="4547032" y="1943624"/>
            <a:ext cx="1304923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4AA9EE7-E563-4D87-4444-654A6338C33A}"/>
              </a:ext>
            </a:extLst>
          </p:cNvPr>
          <p:cNvCxnSpPr>
            <a:cxnSpLocks/>
          </p:cNvCxnSpPr>
          <p:nvPr/>
        </p:nvCxnSpPr>
        <p:spPr>
          <a:xfrm flipH="1">
            <a:off x="4547032" y="2677049"/>
            <a:ext cx="1220168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78DD3EF-F65D-F0FC-A2C7-2A975DEEDE54}"/>
              </a:ext>
            </a:extLst>
          </p:cNvPr>
          <p:cNvCxnSpPr>
            <a:cxnSpLocks/>
          </p:cNvCxnSpPr>
          <p:nvPr/>
        </p:nvCxnSpPr>
        <p:spPr>
          <a:xfrm flipH="1">
            <a:off x="4547032" y="1943626"/>
            <a:ext cx="1" cy="733425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82063C0-A515-AA63-9857-E27130F4684A}"/>
              </a:ext>
            </a:extLst>
          </p:cNvPr>
          <p:cNvCxnSpPr>
            <a:cxnSpLocks/>
          </p:cNvCxnSpPr>
          <p:nvPr/>
        </p:nvCxnSpPr>
        <p:spPr>
          <a:xfrm>
            <a:off x="5851954" y="3794650"/>
            <a:ext cx="0" cy="590550"/>
          </a:xfrm>
          <a:prstGeom prst="line">
            <a:avLst/>
          </a:prstGeom>
          <a:ln w="381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58727D2-1C6B-70CB-6735-A00518457D4E}"/>
              </a:ext>
            </a:extLst>
          </p:cNvPr>
          <p:cNvCxnSpPr>
            <a:cxnSpLocks/>
            <a:endCxn id="50" idx="2"/>
          </p:cNvCxnSpPr>
          <p:nvPr/>
        </p:nvCxnSpPr>
        <p:spPr>
          <a:xfrm>
            <a:off x="5844013" y="4385200"/>
            <a:ext cx="656896" cy="1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BD9F0D4-EE93-8B05-402E-8F06787C679B}"/>
              </a:ext>
            </a:extLst>
          </p:cNvPr>
          <p:cNvCxnSpPr>
            <a:cxnSpLocks/>
          </p:cNvCxnSpPr>
          <p:nvPr/>
        </p:nvCxnSpPr>
        <p:spPr>
          <a:xfrm flipV="1">
            <a:off x="7369608" y="3189986"/>
            <a:ext cx="0" cy="1790528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F408BA5-E181-02D8-6348-6B746F955279}"/>
              </a:ext>
            </a:extLst>
          </p:cNvPr>
          <p:cNvCxnSpPr>
            <a:cxnSpLocks/>
            <a:stCxn id="53" idx="2"/>
            <a:endCxn id="32" idx="2"/>
          </p:cNvCxnSpPr>
          <p:nvPr/>
        </p:nvCxnSpPr>
        <p:spPr>
          <a:xfrm>
            <a:off x="7315221" y="4980511"/>
            <a:ext cx="1119105" cy="163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A5F38A1-911A-3BCB-AAD2-59F3D07C97DF}"/>
              </a:ext>
            </a:extLst>
          </p:cNvPr>
          <p:cNvSpPr txBox="1"/>
          <p:nvPr/>
        </p:nvSpPr>
        <p:spPr>
          <a:xfrm>
            <a:off x="5327688" y="737384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7D2C27E7-8348-E10A-1637-2652E1ED5278}"/>
              </a:ext>
            </a:extLst>
          </p:cNvPr>
          <p:cNvSpPr>
            <a:spLocks noChangeAspect="1"/>
          </p:cNvSpPr>
          <p:nvPr/>
        </p:nvSpPr>
        <p:spPr>
          <a:xfrm>
            <a:off x="5784341" y="859703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11DA373-1911-E55A-9ABA-A4CB4BCF4F79}"/>
              </a:ext>
            </a:extLst>
          </p:cNvPr>
          <p:cNvSpPr>
            <a:spLocks noChangeAspect="1"/>
          </p:cNvSpPr>
          <p:nvPr/>
        </p:nvSpPr>
        <p:spPr>
          <a:xfrm>
            <a:off x="5797567" y="1891584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720FBEA-0E0E-EE02-F328-1B9E4D23D56F}"/>
              </a:ext>
            </a:extLst>
          </p:cNvPr>
          <p:cNvSpPr txBox="1"/>
          <p:nvPr/>
        </p:nvSpPr>
        <p:spPr>
          <a:xfrm>
            <a:off x="5939787" y="1627791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BD55E9B-71E9-BB02-B41D-A0E25BD8E4D1}"/>
              </a:ext>
            </a:extLst>
          </p:cNvPr>
          <p:cNvSpPr>
            <a:spLocks noChangeAspect="1"/>
          </p:cNvSpPr>
          <p:nvPr/>
        </p:nvSpPr>
        <p:spPr>
          <a:xfrm>
            <a:off x="4492643" y="1891584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6EAA0F5-DFF9-CA0E-3F18-4913F8F27E3F}"/>
              </a:ext>
            </a:extLst>
          </p:cNvPr>
          <p:cNvSpPr>
            <a:spLocks noChangeAspect="1"/>
          </p:cNvSpPr>
          <p:nvPr/>
        </p:nvSpPr>
        <p:spPr>
          <a:xfrm>
            <a:off x="4492643" y="2622661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F6CD0B05-6BFA-BC89-6F3D-157D8AC2E348}"/>
              </a:ext>
            </a:extLst>
          </p:cNvPr>
          <p:cNvSpPr>
            <a:spLocks noChangeAspect="1"/>
          </p:cNvSpPr>
          <p:nvPr/>
        </p:nvSpPr>
        <p:spPr>
          <a:xfrm>
            <a:off x="5720970" y="2614778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7EEBB0C-2CDE-9CD8-0E00-8C9A4EDA2095}"/>
              </a:ext>
            </a:extLst>
          </p:cNvPr>
          <p:cNvSpPr>
            <a:spLocks noChangeAspect="1"/>
          </p:cNvSpPr>
          <p:nvPr/>
        </p:nvSpPr>
        <p:spPr>
          <a:xfrm>
            <a:off x="5795188" y="4330813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1DA0EE53-652D-7684-F20C-61C3FDE09557}"/>
              </a:ext>
            </a:extLst>
          </p:cNvPr>
          <p:cNvSpPr>
            <a:spLocks noChangeAspect="1"/>
          </p:cNvSpPr>
          <p:nvPr/>
        </p:nvSpPr>
        <p:spPr>
          <a:xfrm>
            <a:off x="6500909" y="4330813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5C92957-6305-6E30-45A7-89056F8D03AF}"/>
              </a:ext>
            </a:extLst>
          </p:cNvPr>
          <p:cNvSpPr>
            <a:spLocks noChangeAspect="1"/>
          </p:cNvSpPr>
          <p:nvPr/>
        </p:nvSpPr>
        <p:spPr>
          <a:xfrm>
            <a:off x="7313912" y="3135312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0C9BB22C-7C95-61E0-8E89-0559578C4620}"/>
              </a:ext>
            </a:extLst>
          </p:cNvPr>
          <p:cNvSpPr>
            <a:spLocks noChangeAspect="1"/>
          </p:cNvSpPr>
          <p:nvPr/>
        </p:nvSpPr>
        <p:spPr>
          <a:xfrm>
            <a:off x="7315221" y="4926123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32E332F-A3A8-1D09-3F22-E969BDE883D5}"/>
              </a:ext>
            </a:extLst>
          </p:cNvPr>
          <p:cNvSpPr>
            <a:spLocks noChangeAspect="1"/>
          </p:cNvSpPr>
          <p:nvPr/>
        </p:nvSpPr>
        <p:spPr>
          <a:xfrm>
            <a:off x="10632174" y="4926123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70323DC-629D-F55D-AA9B-F5A6CE502C0C}"/>
              </a:ext>
            </a:extLst>
          </p:cNvPr>
          <p:cNvSpPr txBox="1"/>
          <p:nvPr/>
        </p:nvSpPr>
        <p:spPr>
          <a:xfrm>
            <a:off x="3983616" y="1717160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1C8FB47-85D7-310D-189B-DE814B17A716}"/>
              </a:ext>
            </a:extLst>
          </p:cNvPr>
          <p:cNvSpPr txBox="1"/>
          <p:nvPr/>
        </p:nvSpPr>
        <p:spPr>
          <a:xfrm>
            <a:off x="4016150" y="2444344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DF4308C-2250-354B-438B-9B99ABCEE864}"/>
              </a:ext>
            </a:extLst>
          </p:cNvPr>
          <p:cNvSpPr txBox="1"/>
          <p:nvPr/>
        </p:nvSpPr>
        <p:spPr>
          <a:xfrm>
            <a:off x="5958984" y="2465394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7B3590-C33E-86EC-84C6-8961047588A4}"/>
              </a:ext>
            </a:extLst>
          </p:cNvPr>
          <p:cNvSpPr txBox="1"/>
          <p:nvPr/>
        </p:nvSpPr>
        <p:spPr>
          <a:xfrm>
            <a:off x="5858904" y="3117900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C1938B4-F53C-87A6-47B3-C65DF4509AF5}"/>
              </a:ext>
            </a:extLst>
          </p:cNvPr>
          <p:cNvSpPr txBox="1"/>
          <p:nvPr/>
        </p:nvSpPr>
        <p:spPr>
          <a:xfrm>
            <a:off x="6507577" y="4488638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E5075D7-A6F4-133D-C664-99E846BF21DC}"/>
              </a:ext>
            </a:extLst>
          </p:cNvPr>
          <p:cNvSpPr txBox="1"/>
          <p:nvPr/>
        </p:nvSpPr>
        <p:spPr>
          <a:xfrm>
            <a:off x="6377250" y="2726555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9A2C3EF-37B8-ECB1-4351-C20A8089AB77}"/>
              </a:ext>
            </a:extLst>
          </p:cNvPr>
          <p:cNvSpPr txBox="1"/>
          <p:nvPr/>
        </p:nvSpPr>
        <p:spPr>
          <a:xfrm>
            <a:off x="7396303" y="2734697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553D820-32D3-0B2C-2A05-06BB942861EE}"/>
              </a:ext>
            </a:extLst>
          </p:cNvPr>
          <p:cNvSpPr txBox="1"/>
          <p:nvPr/>
        </p:nvSpPr>
        <p:spPr>
          <a:xfrm>
            <a:off x="7007425" y="5158606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P14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21A7E87-0A65-4EBB-9B54-00523143A337}"/>
              </a:ext>
            </a:extLst>
          </p:cNvPr>
          <p:cNvCxnSpPr/>
          <p:nvPr/>
        </p:nvCxnSpPr>
        <p:spPr>
          <a:xfrm>
            <a:off x="7352804" y="938122"/>
            <a:ext cx="0" cy="45720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75A268E-98EC-62DF-E056-EA1A4B4359E9}"/>
              </a:ext>
            </a:extLst>
          </p:cNvPr>
          <p:cNvCxnSpPr>
            <a:cxnSpLocks/>
          </p:cNvCxnSpPr>
          <p:nvPr/>
        </p:nvCxnSpPr>
        <p:spPr>
          <a:xfrm>
            <a:off x="3132568" y="520266"/>
            <a:ext cx="5338761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7FA17FD-39A2-614D-1511-22C18FB32BAF}"/>
              </a:ext>
            </a:extLst>
          </p:cNvPr>
          <p:cNvSpPr txBox="1"/>
          <p:nvPr/>
        </p:nvSpPr>
        <p:spPr>
          <a:xfrm>
            <a:off x="7464952" y="177642"/>
            <a:ext cx="723275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slot_l</a:t>
            </a:r>
            <a:endParaRPr lang="en-US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014BFA38-238D-8B6E-BF76-90A0FED5C765}"/>
              </a:ext>
            </a:extLst>
          </p:cNvPr>
          <p:cNvCxnSpPr>
            <a:cxnSpLocks/>
          </p:cNvCxnSpPr>
          <p:nvPr/>
        </p:nvCxnSpPr>
        <p:spPr>
          <a:xfrm flipV="1">
            <a:off x="2904817" y="1278435"/>
            <a:ext cx="0" cy="3388131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56A357C-06D1-47EA-0924-4AC721E739B1}"/>
              </a:ext>
            </a:extLst>
          </p:cNvPr>
          <p:cNvCxnSpPr>
            <a:stCxn id="4" idx="1"/>
            <a:endCxn id="4" idx="3"/>
          </p:cNvCxnSpPr>
          <p:nvPr/>
        </p:nvCxnSpPr>
        <p:spPr>
          <a:xfrm>
            <a:off x="3132569" y="1141928"/>
            <a:ext cx="5438775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8C0BBB10-AE0A-69AF-7082-3BAADEE32EDB}"/>
              </a:ext>
            </a:extLst>
          </p:cNvPr>
          <p:cNvSpPr txBox="1"/>
          <p:nvPr/>
        </p:nvSpPr>
        <p:spPr>
          <a:xfrm>
            <a:off x="2285207" y="2655239"/>
            <a:ext cx="314510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BA9B8D2-9ADC-36A5-BA13-B24E34275A72}"/>
              </a:ext>
            </a:extLst>
          </p:cNvPr>
          <p:cNvSpPr txBox="1"/>
          <p:nvPr/>
        </p:nvSpPr>
        <p:spPr>
          <a:xfrm>
            <a:off x="7480730" y="984323"/>
            <a:ext cx="830677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slot_w</a:t>
            </a:r>
            <a:endParaRPr lang="en-US" dirty="0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EF0E92E-6E21-8BA4-383F-A78C9E2B6367}"/>
              </a:ext>
            </a:extLst>
          </p:cNvPr>
          <p:cNvCxnSpPr>
            <a:cxnSpLocks/>
          </p:cNvCxnSpPr>
          <p:nvPr/>
        </p:nvCxnSpPr>
        <p:spPr>
          <a:xfrm rot="5400000">
            <a:off x="5850355" y="903803"/>
            <a:ext cx="0" cy="45720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7C972F27-1418-B9B1-D934-8BC700D3DC04}"/>
              </a:ext>
            </a:extLst>
          </p:cNvPr>
          <p:cNvSpPr txBox="1"/>
          <p:nvPr/>
        </p:nvSpPr>
        <p:spPr>
          <a:xfrm>
            <a:off x="5928132" y="602563"/>
            <a:ext cx="830677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mic_w</a:t>
            </a:r>
            <a:endParaRPr lang="en-US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478C6AE7-550E-3915-52A6-67CD3D4FB784}"/>
              </a:ext>
            </a:extLst>
          </p:cNvPr>
          <p:cNvSpPr>
            <a:spLocks noChangeAspect="1"/>
          </p:cNvSpPr>
          <p:nvPr/>
        </p:nvSpPr>
        <p:spPr>
          <a:xfrm>
            <a:off x="6498192" y="3147410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293EE75-232F-2573-ADB5-31E2716E1D7E}"/>
              </a:ext>
            </a:extLst>
          </p:cNvPr>
          <p:cNvSpPr txBox="1"/>
          <p:nvPr/>
        </p:nvSpPr>
        <p:spPr>
          <a:xfrm>
            <a:off x="10686562" y="4521695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P19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F90CEBD-CACF-655E-6659-2D38BB3EC4C1}"/>
              </a:ext>
            </a:extLst>
          </p:cNvPr>
          <p:cNvSpPr txBox="1"/>
          <p:nvPr/>
        </p:nvSpPr>
        <p:spPr>
          <a:xfrm>
            <a:off x="4844525" y="1283576"/>
            <a:ext cx="47320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l_1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FE491997-D086-6AEC-4320-DCA7CBE3ADE5}"/>
              </a:ext>
            </a:extLst>
          </p:cNvPr>
          <p:cNvCxnSpPr>
            <a:cxnSpLocks/>
          </p:cNvCxnSpPr>
          <p:nvPr/>
        </p:nvCxnSpPr>
        <p:spPr>
          <a:xfrm flipH="1">
            <a:off x="4342317" y="1627675"/>
            <a:ext cx="1344072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4F5A693D-1237-B2F4-D0A8-0DF8874C6BB9}"/>
              </a:ext>
            </a:extLst>
          </p:cNvPr>
          <p:cNvSpPr txBox="1"/>
          <p:nvPr/>
        </p:nvSpPr>
        <p:spPr>
          <a:xfrm>
            <a:off x="3199765" y="2133362"/>
            <a:ext cx="47320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l_2</a:t>
            </a: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D008E9A7-E16F-312B-859B-D6AB7C8D9EB1}"/>
              </a:ext>
            </a:extLst>
          </p:cNvPr>
          <p:cNvCxnSpPr>
            <a:cxnSpLocks/>
          </p:cNvCxnSpPr>
          <p:nvPr/>
        </p:nvCxnSpPr>
        <p:spPr>
          <a:xfrm flipV="1">
            <a:off x="3875671" y="1986831"/>
            <a:ext cx="0" cy="731317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054CD5F-BB6D-90C8-B4B7-DF3C43BBFE50}"/>
              </a:ext>
            </a:extLst>
          </p:cNvPr>
          <p:cNvSpPr txBox="1"/>
          <p:nvPr/>
        </p:nvSpPr>
        <p:spPr>
          <a:xfrm>
            <a:off x="10716121" y="5045591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F8F23EB-8B3C-7A02-ADB5-4F9886F16673}"/>
              </a:ext>
            </a:extLst>
          </p:cNvPr>
          <p:cNvSpPr txBox="1"/>
          <p:nvPr/>
        </p:nvSpPr>
        <p:spPr>
          <a:xfrm>
            <a:off x="5366200" y="-34171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3CA5DDC4-B385-7F12-55CB-747DAD3D0D3B}"/>
              </a:ext>
            </a:extLst>
          </p:cNvPr>
          <p:cNvCxnSpPr>
            <a:cxnSpLocks/>
          </p:cNvCxnSpPr>
          <p:nvPr/>
        </p:nvCxnSpPr>
        <p:spPr>
          <a:xfrm flipV="1">
            <a:off x="5836715" y="4370911"/>
            <a:ext cx="0" cy="663988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E13ED466-F68A-8C2C-75FE-BA910F99DCD9}"/>
              </a:ext>
            </a:extLst>
          </p:cNvPr>
          <p:cNvSpPr txBox="1"/>
          <p:nvPr/>
        </p:nvSpPr>
        <p:spPr>
          <a:xfrm>
            <a:off x="5880251" y="4794133"/>
            <a:ext cx="1045927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s_center</a:t>
            </a:r>
            <a:endParaRPr lang="en-US" dirty="0"/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DB318D01-66AF-43D9-7E39-BFE11015AF25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11025" y="3709546"/>
            <a:ext cx="0" cy="663988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9FFBB5E-9E1F-5424-EADC-2B69BE93BCA2}"/>
              </a:ext>
            </a:extLst>
          </p:cNvPr>
          <p:cNvCxnSpPr>
            <a:cxnSpLocks/>
          </p:cNvCxnSpPr>
          <p:nvPr/>
        </p:nvCxnSpPr>
        <p:spPr>
          <a:xfrm flipV="1">
            <a:off x="6532316" y="3189986"/>
            <a:ext cx="852709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93253BD-AA05-D858-A0FC-0CCE5EC529D7}"/>
              </a:ext>
            </a:extLst>
          </p:cNvPr>
          <p:cNvSpPr txBox="1"/>
          <p:nvPr/>
        </p:nvSpPr>
        <p:spPr>
          <a:xfrm>
            <a:off x="6778578" y="2253329"/>
            <a:ext cx="47320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l_3</a:t>
            </a: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39EB820F-D655-EE9E-5BF3-DCF30C4D25B9}"/>
              </a:ext>
            </a:extLst>
          </p:cNvPr>
          <p:cNvCxnSpPr>
            <a:cxnSpLocks/>
          </p:cNvCxnSpPr>
          <p:nvPr/>
        </p:nvCxnSpPr>
        <p:spPr>
          <a:xfrm rot="5400000" flipH="1">
            <a:off x="7047995" y="3835749"/>
            <a:ext cx="1344072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5628C0ED-6E93-10CE-034B-DEFD2BE4D575}"/>
              </a:ext>
            </a:extLst>
          </p:cNvPr>
          <p:cNvSpPr txBox="1"/>
          <p:nvPr/>
        </p:nvSpPr>
        <p:spPr>
          <a:xfrm rot="16200000">
            <a:off x="7745688" y="3567815"/>
            <a:ext cx="47320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l_4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BA4CB793-1E36-57F6-4CCF-7C044016F278}"/>
              </a:ext>
            </a:extLst>
          </p:cNvPr>
          <p:cNvCxnSpPr>
            <a:cxnSpLocks/>
          </p:cNvCxnSpPr>
          <p:nvPr/>
        </p:nvCxnSpPr>
        <p:spPr>
          <a:xfrm rot="5400000" flipV="1">
            <a:off x="6987479" y="2299043"/>
            <a:ext cx="0" cy="731317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3F50DB6-EB11-2977-39ED-FFFFE760689E}"/>
              </a:ext>
            </a:extLst>
          </p:cNvPr>
          <p:cNvCxnSpPr>
            <a:cxnSpLocks/>
            <a:stCxn id="93" idx="4"/>
            <a:endCxn id="50" idx="0"/>
          </p:cNvCxnSpPr>
          <p:nvPr/>
        </p:nvCxnSpPr>
        <p:spPr>
          <a:xfrm>
            <a:off x="6552580" y="3256186"/>
            <a:ext cx="2717" cy="1074627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78BD1F10-CE78-55D4-8DE7-3CDF96F71531}"/>
              </a:ext>
            </a:extLst>
          </p:cNvPr>
          <p:cNvSpPr txBox="1"/>
          <p:nvPr/>
        </p:nvSpPr>
        <p:spPr>
          <a:xfrm>
            <a:off x="6114887" y="3704221"/>
            <a:ext cx="1045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s_center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A3A96A-D0A7-2BF8-7EDA-46BCED3C4727}"/>
              </a:ext>
            </a:extLst>
          </p:cNvPr>
          <p:cNvSpPr txBox="1"/>
          <p:nvPr/>
        </p:nvSpPr>
        <p:spPr>
          <a:xfrm>
            <a:off x="8205771" y="5206047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P15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18FBFB9-9E35-B67D-2250-78E92F27AB4F}"/>
              </a:ext>
            </a:extLst>
          </p:cNvPr>
          <p:cNvCxnSpPr>
            <a:cxnSpLocks/>
          </p:cNvCxnSpPr>
          <p:nvPr/>
        </p:nvCxnSpPr>
        <p:spPr>
          <a:xfrm flipV="1">
            <a:off x="8489310" y="3305870"/>
            <a:ext cx="0" cy="1630537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B1ECEFD-4702-F3BD-9C7B-4337F591660B}"/>
              </a:ext>
            </a:extLst>
          </p:cNvPr>
          <p:cNvCxnSpPr>
            <a:cxnSpLocks/>
          </p:cNvCxnSpPr>
          <p:nvPr/>
        </p:nvCxnSpPr>
        <p:spPr>
          <a:xfrm flipV="1">
            <a:off x="9028544" y="3322295"/>
            <a:ext cx="0" cy="1630537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E8383B8-3452-FB2C-5275-D33E605CC139}"/>
              </a:ext>
            </a:extLst>
          </p:cNvPr>
          <p:cNvCxnSpPr>
            <a:cxnSpLocks/>
          </p:cNvCxnSpPr>
          <p:nvPr/>
        </p:nvCxnSpPr>
        <p:spPr>
          <a:xfrm>
            <a:off x="8463960" y="3295026"/>
            <a:ext cx="564584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11A0A2F1-5BAD-1BD1-10E4-EA897AF19754}"/>
              </a:ext>
            </a:extLst>
          </p:cNvPr>
          <p:cNvSpPr>
            <a:spLocks noChangeAspect="1"/>
          </p:cNvSpPr>
          <p:nvPr/>
        </p:nvSpPr>
        <p:spPr>
          <a:xfrm>
            <a:off x="8434326" y="3246135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B6ED187-AD4A-DD32-5BAC-34533635770F}"/>
              </a:ext>
            </a:extLst>
          </p:cNvPr>
          <p:cNvSpPr>
            <a:spLocks noChangeAspect="1"/>
          </p:cNvSpPr>
          <p:nvPr/>
        </p:nvSpPr>
        <p:spPr>
          <a:xfrm>
            <a:off x="8974752" y="3238821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6D67F48-41E3-8F21-9859-F31B5703AE4B}"/>
              </a:ext>
            </a:extLst>
          </p:cNvPr>
          <p:cNvSpPr>
            <a:spLocks noChangeAspect="1"/>
          </p:cNvSpPr>
          <p:nvPr/>
        </p:nvSpPr>
        <p:spPr>
          <a:xfrm>
            <a:off x="8434326" y="4926286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6440714-4212-688A-FEE0-3132DBF83249}"/>
              </a:ext>
            </a:extLst>
          </p:cNvPr>
          <p:cNvSpPr>
            <a:spLocks noChangeAspect="1"/>
          </p:cNvSpPr>
          <p:nvPr/>
        </p:nvSpPr>
        <p:spPr>
          <a:xfrm>
            <a:off x="8974752" y="4918321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B2FBA2D-110B-DFC9-8C34-D867513F3558}"/>
              </a:ext>
            </a:extLst>
          </p:cNvPr>
          <p:cNvSpPr txBox="1"/>
          <p:nvPr/>
        </p:nvSpPr>
        <p:spPr>
          <a:xfrm>
            <a:off x="8205771" y="2746451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49108A-1BCA-890F-4C28-400930B8B33E}"/>
              </a:ext>
            </a:extLst>
          </p:cNvPr>
          <p:cNvSpPr txBox="1"/>
          <p:nvPr/>
        </p:nvSpPr>
        <p:spPr>
          <a:xfrm>
            <a:off x="8856382" y="2754458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P17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313BA80-B350-7049-561F-14DCCE1D93A5}"/>
              </a:ext>
            </a:extLst>
          </p:cNvPr>
          <p:cNvSpPr txBox="1"/>
          <p:nvPr/>
        </p:nvSpPr>
        <p:spPr>
          <a:xfrm>
            <a:off x="8606265" y="2185413"/>
            <a:ext cx="47320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l_5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EF13DEE3-CEBD-88C2-D1B3-24DB25C3324A}"/>
              </a:ext>
            </a:extLst>
          </p:cNvPr>
          <p:cNvCxnSpPr>
            <a:cxnSpLocks/>
          </p:cNvCxnSpPr>
          <p:nvPr/>
        </p:nvCxnSpPr>
        <p:spPr>
          <a:xfrm rot="5400000" flipV="1">
            <a:off x="8854969" y="2267707"/>
            <a:ext cx="0" cy="731317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F1B0B23-43E2-96ED-A0F3-3410241EDDED}"/>
              </a:ext>
            </a:extLst>
          </p:cNvPr>
          <p:cNvCxnSpPr>
            <a:cxnSpLocks/>
          </p:cNvCxnSpPr>
          <p:nvPr/>
        </p:nvCxnSpPr>
        <p:spPr>
          <a:xfrm rot="5400000" flipH="1">
            <a:off x="8805533" y="3977906"/>
            <a:ext cx="1344072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BF27080-ACF0-3D3A-E8F6-8DD07805A70F}"/>
              </a:ext>
            </a:extLst>
          </p:cNvPr>
          <p:cNvSpPr txBox="1"/>
          <p:nvPr/>
        </p:nvSpPr>
        <p:spPr>
          <a:xfrm rot="16200000">
            <a:off x="9590697" y="3543427"/>
            <a:ext cx="47320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l_6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E537278-6851-F5AE-B4CE-31D52738DA4B}"/>
              </a:ext>
            </a:extLst>
          </p:cNvPr>
          <p:cNvSpPr txBox="1"/>
          <p:nvPr/>
        </p:nvSpPr>
        <p:spPr>
          <a:xfrm>
            <a:off x="8746255" y="5262469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P18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A5E1F23-D8F3-1D01-599F-0F492690F242}"/>
              </a:ext>
            </a:extLst>
          </p:cNvPr>
          <p:cNvSpPr txBox="1"/>
          <p:nvPr/>
        </p:nvSpPr>
        <p:spPr>
          <a:xfrm>
            <a:off x="3875671" y="3145478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P7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92CCB8FB-C2E0-707A-6AA1-5CC93EE5FD45}"/>
              </a:ext>
            </a:extLst>
          </p:cNvPr>
          <p:cNvSpPr txBox="1"/>
          <p:nvPr/>
        </p:nvSpPr>
        <p:spPr>
          <a:xfrm>
            <a:off x="3799071" y="3872890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P8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07052A8-3629-92CB-79CD-6AFFE13D977F}"/>
              </a:ext>
            </a:extLst>
          </p:cNvPr>
          <p:cNvSpPr txBox="1"/>
          <p:nvPr/>
        </p:nvSpPr>
        <p:spPr>
          <a:xfrm>
            <a:off x="5635970" y="3626971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P9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A581A047-FA32-41F9-18C7-92F990589AE0}"/>
              </a:ext>
            </a:extLst>
          </p:cNvPr>
          <p:cNvSpPr txBox="1"/>
          <p:nvPr/>
        </p:nvSpPr>
        <p:spPr>
          <a:xfrm>
            <a:off x="5293644" y="4506206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P10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0EF51669-21EC-28A0-937F-FAC1618905E0}"/>
              </a:ext>
            </a:extLst>
          </p:cNvPr>
          <p:cNvCxnSpPr>
            <a:cxnSpLocks/>
          </p:cNvCxnSpPr>
          <p:nvPr/>
        </p:nvCxnSpPr>
        <p:spPr>
          <a:xfrm>
            <a:off x="5763584" y="2657008"/>
            <a:ext cx="0" cy="674553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F3FE968C-2EB3-3FAE-AB5A-11A6B1F656AF}"/>
              </a:ext>
            </a:extLst>
          </p:cNvPr>
          <p:cNvSpPr txBox="1"/>
          <p:nvPr/>
        </p:nvSpPr>
        <p:spPr>
          <a:xfrm>
            <a:off x="4558158" y="4433086"/>
            <a:ext cx="47320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l_8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F31AACBB-4782-76CB-5B67-5A9399F83639}"/>
              </a:ext>
            </a:extLst>
          </p:cNvPr>
          <p:cNvSpPr txBox="1"/>
          <p:nvPr/>
        </p:nvSpPr>
        <p:spPr>
          <a:xfrm>
            <a:off x="3180973" y="3496430"/>
            <a:ext cx="47320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l_7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E8D50215-59F3-2658-628E-09F85FD74767}"/>
              </a:ext>
            </a:extLst>
          </p:cNvPr>
          <p:cNvCxnSpPr>
            <a:cxnSpLocks/>
          </p:cNvCxnSpPr>
          <p:nvPr/>
        </p:nvCxnSpPr>
        <p:spPr>
          <a:xfrm flipV="1">
            <a:off x="3795643" y="3353933"/>
            <a:ext cx="0" cy="731317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5993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61</Words>
  <Application>Microsoft Office PowerPoint</Application>
  <PresentationFormat>Custom</PresentationFormat>
  <Paragraphs>35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16</cp:revision>
  <dcterms:created xsi:type="dcterms:W3CDTF">2026-06-05T08:53:47Z</dcterms:created>
  <dcterms:modified xsi:type="dcterms:W3CDTF">2026-06-21T16:34:28Z</dcterms:modified>
</cp:coreProperties>
</file>