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13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46836"/>
            <a:ext cx="103632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22446"/>
            <a:ext cx="91440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CCDE-90AE-4DC4-86E7-13D12ED3491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6AEF9-D64B-48D2-89F8-A4D043467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752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CCDE-90AE-4DC4-86E7-13D12ED3491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6AEF9-D64B-48D2-89F8-A4D043467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723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051688"/>
            <a:ext cx="1051560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5507358"/>
            <a:ext cx="1051560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CCDE-90AE-4DC4-86E7-13D12ED3491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6AEF9-D64B-48D2-89F8-A4D043467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6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190750"/>
            <a:ext cx="518160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0750"/>
            <a:ext cx="518160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CCDE-90AE-4DC4-86E7-13D12ED3491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6AEF9-D64B-48D2-89F8-A4D043467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364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8152"/>
            <a:ext cx="1051560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017396"/>
            <a:ext cx="5157787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006090"/>
            <a:ext cx="5157787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017396"/>
            <a:ext cx="5183188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006090"/>
            <a:ext cx="5183188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CCDE-90AE-4DC4-86E7-13D12ED3491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6AEF9-D64B-48D2-89F8-A4D043467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5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CCDE-90AE-4DC4-86E7-13D12ED3491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6AEF9-D64B-48D2-89F8-A4D043467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855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CCDE-90AE-4DC4-86E7-13D12ED3491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6AEF9-D64B-48D2-89F8-A4D043467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606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48640"/>
            <a:ext cx="3932237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184912"/>
            <a:ext cx="617220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468880"/>
            <a:ext cx="3932237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CCDE-90AE-4DC4-86E7-13D12ED3491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6AEF9-D64B-48D2-89F8-A4D043467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868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48640"/>
            <a:ext cx="3932237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184912"/>
            <a:ext cx="617220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468880"/>
            <a:ext cx="3932237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CCDE-90AE-4DC4-86E7-13D12ED3491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6AEF9-D64B-48D2-89F8-A4D043467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147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CCDE-90AE-4DC4-86E7-13D12ED3491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6AEF9-D64B-48D2-89F8-A4D043467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891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38150"/>
            <a:ext cx="262890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38150"/>
            <a:ext cx="773430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CCDE-90AE-4DC4-86E7-13D12ED3491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6AEF9-D64B-48D2-89F8-A4D043467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816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38152"/>
            <a:ext cx="1051560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190750"/>
            <a:ext cx="1051560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7627622"/>
            <a:ext cx="274320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41CCDE-90AE-4DC4-86E7-13D12ED3491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7627622"/>
            <a:ext cx="411480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7627622"/>
            <a:ext cx="274320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56AEF9-D64B-48D2-89F8-A4D043467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535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>
            <a:extLst>
              <a:ext uri="{FF2B5EF4-FFF2-40B4-BE49-F238E27FC236}">
                <a16:creationId xmlns:a16="http://schemas.microsoft.com/office/drawing/2014/main" id="{DAA40880-9B03-18FE-8505-E35E2531EA33}"/>
              </a:ext>
            </a:extLst>
          </p:cNvPr>
          <p:cNvSpPr/>
          <p:nvPr/>
        </p:nvSpPr>
        <p:spPr>
          <a:xfrm>
            <a:off x="5985879" y="2635426"/>
            <a:ext cx="394839" cy="15846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4B47D41-15A8-BDEC-AB85-D44012874410}"/>
              </a:ext>
            </a:extLst>
          </p:cNvPr>
          <p:cNvSpPr/>
          <p:nvPr/>
        </p:nvSpPr>
        <p:spPr>
          <a:xfrm rot="5400000">
            <a:off x="4699326" y="2730641"/>
            <a:ext cx="394839" cy="146370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60D4A84-24E9-34C2-A56C-FD063E538713}"/>
              </a:ext>
            </a:extLst>
          </p:cNvPr>
          <p:cNvSpPr/>
          <p:nvPr/>
        </p:nvSpPr>
        <p:spPr>
          <a:xfrm rot="5400000">
            <a:off x="4725876" y="1994176"/>
            <a:ext cx="394839" cy="146370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147B2F3-E2E3-75FE-3766-54FD8563BDBE}"/>
              </a:ext>
            </a:extLst>
          </p:cNvPr>
          <p:cNvSpPr/>
          <p:nvPr/>
        </p:nvSpPr>
        <p:spPr>
          <a:xfrm rot="5400000">
            <a:off x="6394451" y="2233001"/>
            <a:ext cx="394839" cy="12041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3551C4F-348F-BD03-8076-8ED6678EFC9E}"/>
              </a:ext>
            </a:extLst>
          </p:cNvPr>
          <p:cNvSpPr/>
          <p:nvPr/>
        </p:nvSpPr>
        <p:spPr>
          <a:xfrm>
            <a:off x="3951743" y="2519559"/>
            <a:ext cx="394839" cy="11403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F0F69C7-D80B-251C-DED5-672E78C2BD97}"/>
              </a:ext>
            </a:extLst>
          </p:cNvPr>
          <p:cNvSpPr/>
          <p:nvPr/>
        </p:nvSpPr>
        <p:spPr>
          <a:xfrm rot="5400000">
            <a:off x="5619497" y="3478790"/>
            <a:ext cx="394839" cy="111009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9BE4F61-CBA3-F369-3D3A-AC8C61BE7530}"/>
              </a:ext>
            </a:extLst>
          </p:cNvPr>
          <p:cNvGrpSpPr/>
          <p:nvPr/>
        </p:nvGrpSpPr>
        <p:grpSpPr>
          <a:xfrm rot="5400000">
            <a:off x="6017508" y="4200527"/>
            <a:ext cx="6353175" cy="885825"/>
            <a:chOff x="1971675" y="447675"/>
            <a:chExt cx="6353175" cy="88582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0A7077C-AFB7-C5A1-F30C-43F98593390A}"/>
                </a:ext>
              </a:extLst>
            </p:cNvPr>
            <p:cNvSpPr/>
            <p:nvPr/>
          </p:nvSpPr>
          <p:spPr>
            <a:xfrm>
              <a:off x="2428875" y="666750"/>
              <a:ext cx="5438775" cy="4572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CC502F1-916A-DDE2-837D-476E5769F26A}"/>
                </a:ext>
              </a:extLst>
            </p:cNvPr>
            <p:cNvSpPr/>
            <p:nvPr/>
          </p:nvSpPr>
          <p:spPr>
            <a:xfrm>
              <a:off x="7867650" y="447675"/>
              <a:ext cx="457200" cy="8763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72B3316-5445-9BEE-C52C-33F602856E89}"/>
                </a:ext>
              </a:extLst>
            </p:cNvPr>
            <p:cNvSpPr/>
            <p:nvPr/>
          </p:nvSpPr>
          <p:spPr>
            <a:xfrm>
              <a:off x="1971675" y="457200"/>
              <a:ext cx="457200" cy="8763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4" name="Rectangle 83">
            <a:extLst>
              <a:ext uri="{FF2B5EF4-FFF2-40B4-BE49-F238E27FC236}">
                <a16:creationId xmlns:a16="http://schemas.microsoft.com/office/drawing/2014/main" id="{F79474F2-72A7-4A4F-75A1-746CAF8EB8E6}"/>
              </a:ext>
            </a:extLst>
          </p:cNvPr>
          <p:cNvSpPr/>
          <p:nvPr/>
        </p:nvSpPr>
        <p:spPr>
          <a:xfrm rot="5400000">
            <a:off x="7909754" y="3333120"/>
            <a:ext cx="394839" cy="26215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91FC51E-FABA-7FDD-921C-457EC36D3B99}"/>
              </a:ext>
            </a:extLst>
          </p:cNvPr>
          <p:cNvSpPr/>
          <p:nvPr/>
        </p:nvSpPr>
        <p:spPr>
          <a:xfrm>
            <a:off x="6808074" y="2646891"/>
            <a:ext cx="394839" cy="19776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E8D53A3-AE1E-D831-6CFE-58D7A4E88EEA}"/>
              </a:ext>
            </a:extLst>
          </p:cNvPr>
          <p:cNvSpPr/>
          <p:nvPr/>
        </p:nvSpPr>
        <p:spPr>
          <a:xfrm>
            <a:off x="5261871" y="3423225"/>
            <a:ext cx="394839" cy="6780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C328F25-766E-EC0C-120E-0E5485535D6F}"/>
              </a:ext>
            </a:extLst>
          </p:cNvPr>
          <p:cNvGrpSpPr/>
          <p:nvPr/>
        </p:nvGrpSpPr>
        <p:grpSpPr>
          <a:xfrm>
            <a:off x="2293232" y="814389"/>
            <a:ext cx="6353175" cy="885825"/>
            <a:chOff x="1971675" y="447675"/>
            <a:chExt cx="6353175" cy="88582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205241A-876C-DF72-30DD-190D23AA4CAE}"/>
                </a:ext>
              </a:extLst>
            </p:cNvPr>
            <p:cNvSpPr/>
            <p:nvPr/>
          </p:nvSpPr>
          <p:spPr>
            <a:xfrm>
              <a:off x="2428875" y="666750"/>
              <a:ext cx="5438775" cy="4572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54F505F-7E29-5714-48CB-08C9C0156A6A}"/>
                </a:ext>
              </a:extLst>
            </p:cNvPr>
            <p:cNvSpPr/>
            <p:nvPr/>
          </p:nvSpPr>
          <p:spPr>
            <a:xfrm>
              <a:off x="7867650" y="447675"/>
              <a:ext cx="457200" cy="8763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D2B4A17-8237-4F73-1DCA-C177FAB555D5}"/>
                </a:ext>
              </a:extLst>
            </p:cNvPr>
            <p:cNvSpPr/>
            <p:nvPr/>
          </p:nvSpPr>
          <p:spPr>
            <a:xfrm>
              <a:off x="1971675" y="457200"/>
              <a:ext cx="457200" cy="8763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0" name="Rectangle 79">
            <a:extLst>
              <a:ext uri="{FF2B5EF4-FFF2-40B4-BE49-F238E27FC236}">
                <a16:creationId xmlns:a16="http://schemas.microsoft.com/office/drawing/2014/main" id="{6611C7F8-5F86-0AA9-3DE4-2CA3B9E20964}"/>
              </a:ext>
            </a:extLst>
          </p:cNvPr>
          <p:cNvSpPr/>
          <p:nvPr/>
        </p:nvSpPr>
        <p:spPr>
          <a:xfrm>
            <a:off x="5276146" y="1002908"/>
            <a:ext cx="394839" cy="17212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0A54B4F-B66F-E88E-4AED-40FB9623733B}"/>
              </a:ext>
            </a:extLst>
          </p:cNvPr>
          <p:cNvCxnSpPr>
            <a:cxnSpLocks/>
          </p:cNvCxnSpPr>
          <p:nvPr/>
        </p:nvCxnSpPr>
        <p:spPr>
          <a:xfrm>
            <a:off x="5457915" y="286943"/>
            <a:ext cx="11903" cy="7447357"/>
          </a:xfrm>
          <a:prstGeom prst="straightConnector1">
            <a:avLst/>
          </a:prstGeom>
          <a:ln>
            <a:headEnd type="triangle" w="lg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E0E2CFE-7737-4370-B074-57FEB118BA15}"/>
              </a:ext>
            </a:extLst>
          </p:cNvPr>
          <p:cNvCxnSpPr>
            <a:cxnSpLocks/>
          </p:cNvCxnSpPr>
          <p:nvPr/>
        </p:nvCxnSpPr>
        <p:spPr>
          <a:xfrm flipH="1">
            <a:off x="2293233" y="4643436"/>
            <a:ext cx="8329613" cy="2"/>
          </a:xfrm>
          <a:prstGeom prst="straightConnector1">
            <a:avLst/>
          </a:prstGeom>
          <a:ln>
            <a:headEnd type="triangle" w="lg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C5EF031-51AC-7DFE-E822-84EB8BB0A4B2}"/>
              </a:ext>
            </a:extLst>
          </p:cNvPr>
          <p:cNvCxnSpPr>
            <a:cxnSpLocks/>
          </p:cNvCxnSpPr>
          <p:nvPr/>
        </p:nvCxnSpPr>
        <p:spPr>
          <a:xfrm>
            <a:off x="5454578" y="1033462"/>
            <a:ext cx="0" cy="1081088"/>
          </a:xfrm>
          <a:prstGeom prst="line">
            <a:avLst/>
          </a:prstGeom>
          <a:ln w="381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215C846-2551-7EDB-65C0-A14FEB96ACA2}"/>
              </a:ext>
            </a:extLst>
          </p:cNvPr>
          <p:cNvCxnSpPr>
            <a:cxnSpLocks/>
          </p:cNvCxnSpPr>
          <p:nvPr/>
        </p:nvCxnSpPr>
        <p:spPr>
          <a:xfrm flipH="1">
            <a:off x="4164895" y="2724150"/>
            <a:ext cx="130492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4AA9EE7-E563-4D87-4444-654A6338C33A}"/>
              </a:ext>
            </a:extLst>
          </p:cNvPr>
          <p:cNvCxnSpPr>
            <a:cxnSpLocks/>
          </p:cNvCxnSpPr>
          <p:nvPr/>
        </p:nvCxnSpPr>
        <p:spPr>
          <a:xfrm flipH="1">
            <a:off x="4164895" y="3457575"/>
            <a:ext cx="130492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78DD3EF-F65D-F0FC-A2C7-2A975DEEDE54}"/>
              </a:ext>
            </a:extLst>
          </p:cNvPr>
          <p:cNvCxnSpPr>
            <a:cxnSpLocks/>
          </p:cNvCxnSpPr>
          <p:nvPr/>
        </p:nvCxnSpPr>
        <p:spPr>
          <a:xfrm flipH="1">
            <a:off x="4164895" y="2724152"/>
            <a:ext cx="1" cy="73342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82063C0-A515-AA63-9857-E27130F4684A}"/>
              </a:ext>
            </a:extLst>
          </p:cNvPr>
          <p:cNvCxnSpPr>
            <a:cxnSpLocks/>
          </p:cNvCxnSpPr>
          <p:nvPr/>
        </p:nvCxnSpPr>
        <p:spPr>
          <a:xfrm>
            <a:off x="5469817" y="3457575"/>
            <a:ext cx="0" cy="590550"/>
          </a:xfrm>
          <a:prstGeom prst="line">
            <a:avLst/>
          </a:prstGeom>
          <a:ln w="381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58727D2-1C6B-70CB-6735-A00518457D4E}"/>
              </a:ext>
            </a:extLst>
          </p:cNvPr>
          <p:cNvCxnSpPr>
            <a:cxnSpLocks/>
            <a:endCxn id="50" idx="2"/>
          </p:cNvCxnSpPr>
          <p:nvPr/>
        </p:nvCxnSpPr>
        <p:spPr>
          <a:xfrm>
            <a:off x="5461876" y="4048125"/>
            <a:ext cx="656896" cy="1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BD9F0D4-EE93-8B05-402E-8F06787C679B}"/>
              </a:ext>
            </a:extLst>
          </p:cNvPr>
          <p:cNvCxnSpPr>
            <a:cxnSpLocks/>
          </p:cNvCxnSpPr>
          <p:nvPr/>
        </p:nvCxnSpPr>
        <p:spPr>
          <a:xfrm flipV="1">
            <a:off x="6987471" y="2852911"/>
            <a:ext cx="0" cy="1790528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F408BA5-E181-02D8-6348-6B746F955279}"/>
              </a:ext>
            </a:extLst>
          </p:cNvPr>
          <p:cNvCxnSpPr>
            <a:cxnSpLocks/>
            <a:stCxn id="53" idx="2"/>
            <a:endCxn id="10" idx="0"/>
          </p:cNvCxnSpPr>
          <p:nvPr/>
        </p:nvCxnSpPr>
        <p:spPr>
          <a:xfrm>
            <a:off x="6933084" y="4643436"/>
            <a:ext cx="2484850" cy="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A5F38A1-911A-3BCB-AAD2-59F3D07C97DF}"/>
              </a:ext>
            </a:extLst>
          </p:cNvPr>
          <p:cNvSpPr txBox="1"/>
          <p:nvPr/>
        </p:nvSpPr>
        <p:spPr>
          <a:xfrm>
            <a:off x="4964128" y="624526"/>
            <a:ext cx="441146" cy="369332"/>
          </a:xfrm>
          <a:prstGeom prst="rect">
            <a:avLst/>
          </a:prstGeom>
          <a:solidFill>
            <a:schemeClr val="bg1">
              <a:alpha val="53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D2C27E7-8348-E10A-1637-2652E1ED5278}"/>
              </a:ext>
            </a:extLst>
          </p:cNvPr>
          <p:cNvSpPr>
            <a:spLocks noChangeAspect="1"/>
          </p:cNvSpPr>
          <p:nvPr/>
        </p:nvSpPr>
        <p:spPr>
          <a:xfrm>
            <a:off x="5402204" y="979837"/>
            <a:ext cx="108776" cy="1087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11DA373-1911-E55A-9ABA-A4CB4BCF4F79}"/>
              </a:ext>
            </a:extLst>
          </p:cNvPr>
          <p:cNvSpPr>
            <a:spLocks noChangeAspect="1"/>
          </p:cNvSpPr>
          <p:nvPr/>
        </p:nvSpPr>
        <p:spPr>
          <a:xfrm>
            <a:off x="5415430" y="2672110"/>
            <a:ext cx="108776" cy="1087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720FBEA-0E0E-EE02-F328-1B9E4D23D56F}"/>
              </a:ext>
            </a:extLst>
          </p:cNvPr>
          <p:cNvSpPr txBox="1"/>
          <p:nvPr/>
        </p:nvSpPr>
        <p:spPr>
          <a:xfrm>
            <a:off x="5489099" y="2374851"/>
            <a:ext cx="441146" cy="369332"/>
          </a:xfrm>
          <a:prstGeom prst="rect">
            <a:avLst/>
          </a:prstGeom>
          <a:solidFill>
            <a:schemeClr val="bg1">
              <a:alpha val="53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BD55E9B-71E9-BB02-B41D-A0E25BD8E4D1}"/>
              </a:ext>
            </a:extLst>
          </p:cNvPr>
          <p:cNvSpPr>
            <a:spLocks noChangeAspect="1"/>
          </p:cNvSpPr>
          <p:nvPr/>
        </p:nvSpPr>
        <p:spPr>
          <a:xfrm>
            <a:off x="4110506" y="2672110"/>
            <a:ext cx="108776" cy="1087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6EAA0F5-DFF9-CA0E-3F18-4913F8F27E3F}"/>
              </a:ext>
            </a:extLst>
          </p:cNvPr>
          <p:cNvSpPr>
            <a:spLocks noChangeAspect="1"/>
          </p:cNvSpPr>
          <p:nvPr/>
        </p:nvSpPr>
        <p:spPr>
          <a:xfrm>
            <a:off x="4110506" y="3403187"/>
            <a:ext cx="108776" cy="1087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6CD0B05-6BFA-BC89-6F3D-157D8AC2E348}"/>
              </a:ext>
            </a:extLst>
          </p:cNvPr>
          <p:cNvSpPr>
            <a:spLocks noChangeAspect="1"/>
          </p:cNvSpPr>
          <p:nvPr/>
        </p:nvSpPr>
        <p:spPr>
          <a:xfrm>
            <a:off x="5415430" y="3403187"/>
            <a:ext cx="108776" cy="1087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7EEBB0C-2CDE-9CD8-0E00-8C9A4EDA2095}"/>
              </a:ext>
            </a:extLst>
          </p:cNvPr>
          <p:cNvSpPr>
            <a:spLocks noChangeAspect="1"/>
          </p:cNvSpPr>
          <p:nvPr/>
        </p:nvSpPr>
        <p:spPr>
          <a:xfrm>
            <a:off x="5413051" y="3993738"/>
            <a:ext cx="108776" cy="1087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DA0EE53-652D-7684-F20C-61C3FDE09557}"/>
              </a:ext>
            </a:extLst>
          </p:cNvPr>
          <p:cNvSpPr>
            <a:spLocks noChangeAspect="1"/>
          </p:cNvSpPr>
          <p:nvPr/>
        </p:nvSpPr>
        <p:spPr>
          <a:xfrm>
            <a:off x="6118772" y="3993738"/>
            <a:ext cx="108776" cy="1087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5C92957-6305-6E30-45A7-89056F8D03AF}"/>
              </a:ext>
            </a:extLst>
          </p:cNvPr>
          <p:cNvSpPr>
            <a:spLocks noChangeAspect="1"/>
          </p:cNvSpPr>
          <p:nvPr/>
        </p:nvSpPr>
        <p:spPr>
          <a:xfrm>
            <a:off x="6931775" y="2798237"/>
            <a:ext cx="108776" cy="1087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0C9BB22C-7C95-61E0-8E89-0559578C4620}"/>
              </a:ext>
            </a:extLst>
          </p:cNvPr>
          <p:cNvSpPr>
            <a:spLocks noChangeAspect="1"/>
          </p:cNvSpPr>
          <p:nvPr/>
        </p:nvSpPr>
        <p:spPr>
          <a:xfrm>
            <a:off x="6933084" y="4589048"/>
            <a:ext cx="108776" cy="1087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32E332F-A3A8-1D09-3F22-E969BDE883D5}"/>
              </a:ext>
            </a:extLst>
          </p:cNvPr>
          <p:cNvSpPr>
            <a:spLocks noChangeAspect="1"/>
          </p:cNvSpPr>
          <p:nvPr/>
        </p:nvSpPr>
        <p:spPr>
          <a:xfrm>
            <a:off x="9363545" y="4589048"/>
            <a:ext cx="108776" cy="1087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0323DC-629D-F55D-AA9B-F5A6CE502C0C}"/>
              </a:ext>
            </a:extLst>
          </p:cNvPr>
          <p:cNvSpPr txBox="1"/>
          <p:nvPr/>
        </p:nvSpPr>
        <p:spPr>
          <a:xfrm>
            <a:off x="3475981" y="2512846"/>
            <a:ext cx="441146" cy="369332"/>
          </a:xfrm>
          <a:prstGeom prst="rect">
            <a:avLst/>
          </a:prstGeom>
          <a:solidFill>
            <a:schemeClr val="bg1">
              <a:alpha val="53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1C8FB47-85D7-310D-189B-DE814B17A716}"/>
              </a:ext>
            </a:extLst>
          </p:cNvPr>
          <p:cNvSpPr txBox="1"/>
          <p:nvPr/>
        </p:nvSpPr>
        <p:spPr>
          <a:xfrm>
            <a:off x="3652136" y="3554811"/>
            <a:ext cx="441146" cy="369332"/>
          </a:xfrm>
          <a:prstGeom prst="rect">
            <a:avLst/>
          </a:prstGeom>
          <a:solidFill>
            <a:schemeClr val="bg1">
              <a:alpha val="53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DF4308C-2250-354B-438B-9B99ABCEE864}"/>
              </a:ext>
            </a:extLst>
          </p:cNvPr>
          <p:cNvSpPr txBox="1"/>
          <p:nvPr/>
        </p:nvSpPr>
        <p:spPr>
          <a:xfrm>
            <a:off x="5528993" y="3032471"/>
            <a:ext cx="441146" cy="369332"/>
          </a:xfrm>
          <a:prstGeom prst="rect">
            <a:avLst/>
          </a:prstGeom>
          <a:solidFill>
            <a:schemeClr val="bg1">
              <a:alpha val="53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C7B3590-C33E-86EC-84C6-8961047588A4}"/>
              </a:ext>
            </a:extLst>
          </p:cNvPr>
          <p:cNvSpPr txBox="1"/>
          <p:nvPr/>
        </p:nvSpPr>
        <p:spPr>
          <a:xfrm>
            <a:off x="4900593" y="3762096"/>
            <a:ext cx="441146" cy="369332"/>
          </a:xfrm>
          <a:prstGeom prst="rect">
            <a:avLst/>
          </a:prstGeom>
          <a:solidFill>
            <a:schemeClr val="bg1">
              <a:alpha val="53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C1938B4-F53C-87A6-47B3-C65DF4509AF5}"/>
              </a:ext>
            </a:extLst>
          </p:cNvPr>
          <p:cNvSpPr txBox="1"/>
          <p:nvPr/>
        </p:nvSpPr>
        <p:spPr>
          <a:xfrm>
            <a:off x="6125440" y="4151563"/>
            <a:ext cx="441146" cy="369332"/>
          </a:xfrm>
          <a:prstGeom prst="rect">
            <a:avLst/>
          </a:prstGeom>
          <a:solidFill>
            <a:schemeClr val="bg1">
              <a:alpha val="53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E5075D7-A6F4-133D-C664-99E846BF21DC}"/>
              </a:ext>
            </a:extLst>
          </p:cNvPr>
          <p:cNvSpPr txBox="1"/>
          <p:nvPr/>
        </p:nvSpPr>
        <p:spPr>
          <a:xfrm>
            <a:off x="5995113" y="2389480"/>
            <a:ext cx="441146" cy="369332"/>
          </a:xfrm>
          <a:prstGeom prst="rect">
            <a:avLst/>
          </a:prstGeom>
          <a:solidFill>
            <a:schemeClr val="bg1">
              <a:alpha val="53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9A2C3EF-37B8-ECB1-4351-C20A8089AB77}"/>
              </a:ext>
            </a:extLst>
          </p:cNvPr>
          <p:cNvSpPr txBox="1"/>
          <p:nvPr/>
        </p:nvSpPr>
        <p:spPr>
          <a:xfrm>
            <a:off x="7014166" y="2397622"/>
            <a:ext cx="441146" cy="369332"/>
          </a:xfrm>
          <a:prstGeom prst="rect">
            <a:avLst/>
          </a:prstGeom>
          <a:solidFill>
            <a:schemeClr val="bg1">
              <a:alpha val="53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553D820-32D3-0B2C-2A05-06BB942861EE}"/>
              </a:ext>
            </a:extLst>
          </p:cNvPr>
          <p:cNvSpPr txBox="1"/>
          <p:nvPr/>
        </p:nvSpPr>
        <p:spPr>
          <a:xfrm>
            <a:off x="6625288" y="4821531"/>
            <a:ext cx="564578" cy="369332"/>
          </a:xfrm>
          <a:prstGeom prst="rect">
            <a:avLst/>
          </a:prstGeom>
          <a:solidFill>
            <a:schemeClr val="bg1">
              <a:alpha val="53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P10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21A7E87-0A65-4EBB-9B54-00523143A337}"/>
              </a:ext>
            </a:extLst>
          </p:cNvPr>
          <p:cNvCxnSpPr/>
          <p:nvPr/>
        </p:nvCxnSpPr>
        <p:spPr>
          <a:xfrm>
            <a:off x="3475980" y="1033462"/>
            <a:ext cx="0" cy="457200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75A268E-98EC-62DF-E056-EA1A4B4359E9}"/>
              </a:ext>
            </a:extLst>
          </p:cNvPr>
          <p:cNvCxnSpPr>
            <a:cxnSpLocks/>
          </p:cNvCxnSpPr>
          <p:nvPr/>
        </p:nvCxnSpPr>
        <p:spPr>
          <a:xfrm>
            <a:off x="2750431" y="640400"/>
            <a:ext cx="5338761" cy="0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37FA17FD-39A2-614D-1511-22C18FB32BAF}"/>
              </a:ext>
            </a:extLst>
          </p:cNvPr>
          <p:cNvSpPr txBox="1"/>
          <p:nvPr/>
        </p:nvSpPr>
        <p:spPr>
          <a:xfrm>
            <a:off x="7082815" y="297776"/>
            <a:ext cx="723275" cy="369332"/>
          </a:xfrm>
          <a:prstGeom prst="rect">
            <a:avLst/>
          </a:prstGeom>
          <a:solidFill>
            <a:schemeClr val="bg1">
              <a:alpha val="53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slot_l</a:t>
            </a:r>
            <a:endParaRPr lang="en-US" dirty="0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14BFA38-238D-8B6E-BF76-90A0FED5C765}"/>
              </a:ext>
            </a:extLst>
          </p:cNvPr>
          <p:cNvCxnSpPr>
            <a:cxnSpLocks/>
          </p:cNvCxnSpPr>
          <p:nvPr/>
        </p:nvCxnSpPr>
        <p:spPr>
          <a:xfrm flipV="1">
            <a:off x="8044683" y="1252537"/>
            <a:ext cx="0" cy="3388131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256A357C-06D1-47EA-0924-4AC721E739B1}"/>
              </a:ext>
            </a:extLst>
          </p:cNvPr>
          <p:cNvCxnSpPr>
            <a:stCxn id="4" idx="1"/>
            <a:endCxn id="4" idx="3"/>
          </p:cNvCxnSpPr>
          <p:nvPr/>
        </p:nvCxnSpPr>
        <p:spPr>
          <a:xfrm>
            <a:off x="2750432" y="1262062"/>
            <a:ext cx="5438775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8C0BBB10-AE0A-69AF-7082-3BAADEE32EDB}"/>
              </a:ext>
            </a:extLst>
          </p:cNvPr>
          <p:cNvSpPr txBox="1"/>
          <p:nvPr/>
        </p:nvSpPr>
        <p:spPr>
          <a:xfrm>
            <a:off x="8140290" y="2672142"/>
            <a:ext cx="314510" cy="369332"/>
          </a:xfrm>
          <a:prstGeom prst="rect">
            <a:avLst/>
          </a:prstGeom>
          <a:solidFill>
            <a:schemeClr val="bg1">
              <a:alpha val="53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BA9B8D2-9ADC-36A5-BA13-B24E34275A72}"/>
              </a:ext>
            </a:extLst>
          </p:cNvPr>
          <p:cNvSpPr txBox="1"/>
          <p:nvPr/>
        </p:nvSpPr>
        <p:spPr>
          <a:xfrm>
            <a:off x="3603906" y="1079663"/>
            <a:ext cx="830677" cy="369332"/>
          </a:xfrm>
          <a:prstGeom prst="rect">
            <a:avLst/>
          </a:prstGeom>
          <a:solidFill>
            <a:schemeClr val="bg1">
              <a:alpha val="53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slot_w</a:t>
            </a:r>
            <a:endParaRPr lang="en-US" dirty="0"/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AEF0E92E-6E21-8BA4-383F-A78C9E2B6367}"/>
              </a:ext>
            </a:extLst>
          </p:cNvPr>
          <p:cNvCxnSpPr>
            <a:cxnSpLocks/>
          </p:cNvCxnSpPr>
          <p:nvPr/>
        </p:nvCxnSpPr>
        <p:spPr>
          <a:xfrm rot="5400000">
            <a:off x="5468218" y="1023937"/>
            <a:ext cx="0" cy="457200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7C972F27-1418-B9B1-D934-8BC700D3DC04}"/>
              </a:ext>
            </a:extLst>
          </p:cNvPr>
          <p:cNvSpPr txBox="1"/>
          <p:nvPr/>
        </p:nvSpPr>
        <p:spPr>
          <a:xfrm>
            <a:off x="5545995" y="722697"/>
            <a:ext cx="830677" cy="369332"/>
          </a:xfrm>
          <a:prstGeom prst="rect">
            <a:avLst/>
          </a:prstGeom>
          <a:solidFill>
            <a:schemeClr val="bg1">
              <a:alpha val="53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mic_w</a:t>
            </a:r>
            <a:endParaRPr lang="en-US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478C6AE7-550E-3915-52A6-67CD3D4FB784}"/>
              </a:ext>
            </a:extLst>
          </p:cNvPr>
          <p:cNvSpPr>
            <a:spLocks noChangeAspect="1"/>
          </p:cNvSpPr>
          <p:nvPr/>
        </p:nvSpPr>
        <p:spPr>
          <a:xfrm>
            <a:off x="6116055" y="2810335"/>
            <a:ext cx="108776" cy="1087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293EE75-232F-2573-ADB5-31E2716E1D7E}"/>
              </a:ext>
            </a:extLst>
          </p:cNvPr>
          <p:cNvSpPr txBox="1"/>
          <p:nvPr/>
        </p:nvSpPr>
        <p:spPr>
          <a:xfrm>
            <a:off x="9363545" y="4175612"/>
            <a:ext cx="564578" cy="369332"/>
          </a:xfrm>
          <a:prstGeom prst="rect">
            <a:avLst/>
          </a:prstGeom>
          <a:solidFill>
            <a:schemeClr val="bg1">
              <a:alpha val="53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P11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F90CEBD-CACF-655E-6659-2D38BB3EC4C1}"/>
              </a:ext>
            </a:extLst>
          </p:cNvPr>
          <p:cNvSpPr txBox="1"/>
          <p:nvPr/>
        </p:nvSpPr>
        <p:spPr>
          <a:xfrm>
            <a:off x="3421086" y="1987614"/>
            <a:ext cx="1931939" cy="369332"/>
          </a:xfrm>
          <a:prstGeom prst="rect">
            <a:avLst/>
          </a:prstGeom>
          <a:solidFill>
            <a:schemeClr val="bg1">
              <a:alpha val="53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l_1_segment_TTD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FE491997-D086-6AEC-4320-DCA7CBE3ADE5}"/>
              </a:ext>
            </a:extLst>
          </p:cNvPr>
          <p:cNvCxnSpPr>
            <a:cxnSpLocks/>
          </p:cNvCxnSpPr>
          <p:nvPr/>
        </p:nvCxnSpPr>
        <p:spPr>
          <a:xfrm flipH="1">
            <a:off x="4110506" y="2425049"/>
            <a:ext cx="1344072" cy="0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4F5A693D-1237-B2F4-D0A8-0DF8874C6BB9}"/>
              </a:ext>
            </a:extLst>
          </p:cNvPr>
          <p:cNvSpPr txBox="1"/>
          <p:nvPr/>
        </p:nvSpPr>
        <p:spPr>
          <a:xfrm>
            <a:off x="1481567" y="2923319"/>
            <a:ext cx="1931939" cy="369332"/>
          </a:xfrm>
          <a:prstGeom prst="rect">
            <a:avLst/>
          </a:prstGeom>
          <a:solidFill>
            <a:schemeClr val="bg1">
              <a:alpha val="53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l_2_segment_TTD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D008E9A7-E16F-312B-859B-D6AB7C8D9EB1}"/>
              </a:ext>
            </a:extLst>
          </p:cNvPr>
          <p:cNvCxnSpPr>
            <a:cxnSpLocks/>
          </p:cNvCxnSpPr>
          <p:nvPr/>
        </p:nvCxnSpPr>
        <p:spPr>
          <a:xfrm flipV="1">
            <a:off x="3493534" y="2767357"/>
            <a:ext cx="0" cy="731317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A054CD5F-BB6D-90C8-B4B7-DF3C43BBFE50}"/>
              </a:ext>
            </a:extLst>
          </p:cNvPr>
          <p:cNvSpPr txBox="1"/>
          <p:nvPr/>
        </p:nvSpPr>
        <p:spPr>
          <a:xfrm>
            <a:off x="10333984" y="4708516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F8F23EB-8B3C-7A02-ADB5-4F9886F16673}"/>
              </a:ext>
            </a:extLst>
          </p:cNvPr>
          <p:cNvSpPr txBox="1"/>
          <p:nvPr/>
        </p:nvSpPr>
        <p:spPr>
          <a:xfrm>
            <a:off x="5040270" y="120134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3CA5DDC4-B385-7F12-55CB-747DAD3D0D3B}"/>
              </a:ext>
            </a:extLst>
          </p:cNvPr>
          <p:cNvCxnSpPr>
            <a:cxnSpLocks/>
          </p:cNvCxnSpPr>
          <p:nvPr/>
        </p:nvCxnSpPr>
        <p:spPr>
          <a:xfrm flipV="1">
            <a:off x="5454578" y="4033836"/>
            <a:ext cx="0" cy="663988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E13ED466-F68A-8C2C-75FE-BA910F99DCD9}"/>
              </a:ext>
            </a:extLst>
          </p:cNvPr>
          <p:cNvSpPr txBox="1"/>
          <p:nvPr/>
        </p:nvSpPr>
        <p:spPr>
          <a:xfrm>
            <a:off x="4367553" y="4203911"/>
            <a:ext cx="1045927" cy="369332"/>
          </a:xfrm>
          <a:prstGeom prst="rect">
            <a:avLst/>
          </a:prstGeom>
          <a:solidFill>
            <a:schemeClr val="bg1">
              <a:alpha val="53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s_center</a:t>
            </a:r>
            <a:endParaRPr lang="en-US" dirty="0"/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DB318D01-66AF-43D9-7E39-BFE11015AF2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828888" y="3372471"/>
            <a:ext cx="0" cy="663988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9FFBB5E-9E1F-5424-EADC-2B69BE93BCA2}"/>
              </a:ext>
            </a:extLst>
          </p:cNvPr>
          <p:cNvCxnSpPr>
            <a:cxnSpLocks/>
          </p:cNvCxnSpPr>
          <p:nvPr/>
        </p:nvCxnSpPr>
        <p:spPr>
          <a:xfrm flipV="1">
            <a:off x="6150179" y="2852911"/>
            <a:ext cx="852709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193253BD-AA05-D858-A0FC-0CCE5EC529D7}"/>
              </a:ext>
            </a:extLst>
          </p:cNvPr>
          <p:cNvSpPr txBox="1"/>
          <p:nvPr/>
        </p:nvSpPr>
        <p:spPr>
          <a:xfrm>
            <a:off x="5766069" y="1757832"/>
            <a:ext cx="1931939" cy="369332"/>
          </a:xfrm>
          <a:prstGeom prst="rect">
            <a:avLst/>
          </a:prstGeom>
          <a:solidFill>
            <a:schemeClr val="bg1">
              <a:alpha val="53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l_3_segment_TTD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39EB820F-D655-EE9E-5BF3-DCF30C4D25B9}"/>
              </a:ext>
            </a:extLst>
          </p:cNvPr>
          <p:cNvCxnSpPr>
            <a:cxnSpLocks/>
          </p:cNvCxnSpPr>
          <p:nvPr/>
        </p:nvCxnSpPr>
        <p:spPr>
          <a:xfrm rot="5400000" flipH="1">
            <a:off x="6665858" y="3498674"/>
            <a:ext cx="1344072" cy="0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5628C0ED-6E93-10CE-034B-DEFD2BE4D575}"/>
              </a:ext>
            </a:extLst>
          </p:cNvPr>
          <p:cNvSpPr txBox="1"/>
          <p:nvPr/>
        </p:nvSpPr>
        <p:spPr>
          <a:xfrm rot="16200000">
            <a:off x="6730436" y="3230740"/>
            <a:ext cx="1931939" cy="369332"/>
          </a:xfrm>
          <a:prstGeom prst="rect">
            <a:avLst/>
          </a:prstGeom>
          <a:solidFill>
            <a:schemeClr val="bg1">
              <a:alpha val="53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l_4_segment_TTD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BA4CB793-1E36-57F6-4CCF-7C044016F278}"/>
              </a:ext>
            </a:extLst>
          </p:cNvPr>
          <p:cNvCxnSpPr>
            <a:cxnSpLocks/>
          </p:cNvCxnSpPr>
          <p:nvPr/>
        </p:nvCxnSpPr>
        <p:spPr>
          <a:xfrm rot="5400000" flipV="1">
            <a:off x="6605342" y="1961968"/>
            <a:ext cx="0" cy="731317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3F50DB6-EB11-2977-39ED-FFFFE760689E}"/>
              </a:ext>
            </a:extLst>
          </p:cNvPr>
          <p:cNvCxnSpPr>
            <a:cxnSpLocks/>
            <a:stCxn id="93" idx="4"/>
            <a:endCxn id="50" idx="0"/>
          </p:cNvCxnSpPr>
          <p:nvPr/>
        </p:nvCxnSpPr>
        <p:spPr>
          <a:xfrm>
            <a:off x="6170443" y="2919111"/>
            <a:ext cx="2717" cy="107462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78BD1F10-CE78-55D4-8DE7-3CDF96F71531}"/>
              </a:ext>
            </a:extLst>
          </p:cNvPr>
          <p:cNvSpPr txBox="1"/>
          <p:nvPr/>
        </p:nvSpPr>
        <p:spPr>
          <a:xfrm>
            <a:off x="5732750" y="3367146"/>
            <a:ext cx="1045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s_center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993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57</Words>
  <Application>Microsoft Office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TU-Pseudonym 7504255944999905</dc:creator>
  <cp:lastModifiedBy>TU-Pseudonym 7504255944999905</cp:lastModifiedBy>
  <cp:revision>13</cp:revision>
  <dcterms:created xsi:type="dcterms:W3CDTF">2026-06-05T08:53:47Z</dcterms:created>
  <dcterms:modified xsi:type="dcterms:W3CDTF">2026-06-08T09:42:40Z</dcterms:modified>
</cp:coreProperties>
</file>