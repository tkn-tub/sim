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</p:sldIdLst>
  <p:sldSz cx="30607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10" userDrawn="1">
          <p15:clr>
            <a:srgbClr val="A4A3A4"/>
          </p15:clr>
        </p15:guide>
        <p15:guide id="2" pos="9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6EC3"/>
    <a:srgbClr val="FFFFF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81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388" y="68"/>
      </p:cViewPr>
      <p:guideLst>
        <p:guide orient="horz" pos="1010"/>
        <p:guide pos="9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523770"/>
            <a:ext cx="2601595" cy="1114213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680951"/>
            <a:ext cx="2295525" cy="772689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20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780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797879"/>
            <a:ext cx="2639854" cy="1331277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2141750"/>
            <a:ext cx="2639854" cy="700087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>
                    <a:tint val="82000"/>
                  </a:schemeClr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82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82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364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851959"/>
            <a:ext cx="1300798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851959"/>
            <a:ext cx="1300798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28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70392"/>
            <a:ext cx="2639854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784543"/>
            <a:ext cx="1294819" cy="384492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1169035"/>
            <a:ext cx="1294819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784543"/>
            <a:ext cx="1301196" cy="384492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1169035"/>
            <a:ext cx="130119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394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052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463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13360"/>
            <a:ext cx="987155" cy="746760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460799"/>
            <a:ext cx="1549479" cy="2274358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960120"/>
            <a:ext cx="987155" cy="177874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879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13360"/>
            <a:ext cx="987155" cy="746760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460799"/>
            <a:ext cx="1549479" cy="2274358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960120"/>
            <a:ext cx="987155" cy="177874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53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402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70392"/>
            <a:ext cx="659963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70392"/>
            <a:ext cx="1941632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309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70392"/>
            <a:ext cx="2639854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851959"/>
            <a:ext cx="2639854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2966297"/>
            <a:ext cx="688658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AB915-DB53-41BD-A85E-FD7AC785D22D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2966297"/>
            <a:ext cx="1032986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2966297"/>
            <a:ext cx="688658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822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A26C16B-4171-5E66-E2AF-D8365E7DA3AB}"/>
                  </a:ext>
                </a:extLst>
              </p:cNvPr>
              <p:cNvSpPr txBox="1"/>
              <p:nvPr/>
            </p:nvSpPr>
            <p:spPr>
              <a:xfrm>
                <a:off x="383362" y="61820"/>
                <a:ext cx="14515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pc="-1" dirty="0">
                    <a:solidFill>
                      <a:srgbClr val="000000"/>
                    </a:solidFill>
                    <a:latin typeface="Calibri"/>
                  </a:rPr>
                  <a:t>Layer </a:t>
                </a:r>
                <a14:m>
                  <m:oMath xmlns:m="http://schemas.openxmlformats.org/officeDocument/2006/math">
                    <m:r>
                      <a:rPr lang="de-DE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DE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A26C16B-4171-5E66-E2AF-D8365E7DA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62" y="61820"/>
                <a:ext cx="1451531" cy="369332"/>
              </a:xfrm>
              <a:prstGeom prst="rect">
                <a:avLst/>
              </a:prstGeom>
              <a:blipFill>
                <a:blip r:embed="rId2"/>
                <a:stretch>
                  <a:fillRect l="-210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786AE-97EF-E36D-6AE9-F93B38F75D9F}"/>
                  </a:ext>
                </a:extLst>
              </p:cNvPr>
              <p:cNvSpPr txBox="1"/>
              <p:nvPr/>
            </p:nvSpPr>
            <p:spPr>
              <a:xfrm>
                <a:off x="2482737" y="1412857"/>
                <a:ext cx="4937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786AE-97EF-E36D-6AE9-F93B38F75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737" y="1412857"/>
                <a:ext cx="4937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AF81D4B0-A60D-A87F-EB60-C1F3E362A7AE}"/>
              </a:ext>
            </a:extLst>
          </p:cNvPr>
          <p:cNvSpPr/>
          <p:nvPr/>
        </p:nvSpPr>
        <p:spPr>
          <a:xfrm>
            <a:off x="2299189" y="850763"/>
            <a:ext cx="153858" cy="1493520"/>
          </a:xfrm>
          <a:prstGeom prst="rightBrace">
            <a:avLst>
              <a:gd name="adj1" fmla="val 77396"/>
              <a:gd name="adj2" fmla="val 50000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818DCF4-9CB2-B933-1110-0781BA34DCDF}"/>
              </a:ext>
            </a:extLst>
          </p:cNvPr>
          <p:cNvSpPr/>
          <p:nvPr/>
        </p:nvSpPr>
        <p:spPr>
          <a:xfrm rot="5400000">
            <a:off x="1394757" y="1830756"/>
            <a:ext cx="153858" cy="1493520"/>
          </a:xfrm>
          <a:prstGeom prst="rightBrace">
            <a:avLst>
              <a:gd name="adj1" fmla="val 77396"/>
              <a:gd name="adj2" fmla="val 50000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6B99C-DC17-3705-75E2-1EDE66E3E070}"/>
                  </a:ext>
                </a:extLst>
              </p:cNvPr>
              <p:cNvSpPr txBox="1"/>
              <p:nvPr/>
            </p:nvSpPr>
            <p:spPr>
              <a:xfrm>
                <a:off x="1263532" y="2654450"/>
                <a:ext cx="501356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6B99C-DC17-3705-75E2-1EDE66E3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32" y="2654450"/>
                <a:ext cx="501356" cy="391261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00258B-0FE7-3F25-4692-A6E5C9F30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73607"/>
              </p:ext>
            </p:extLst>
          </p:nvPr>
        </p:nvGraphicFramePr>
        <p:xfrm>
          <a:off x="327376" y="488950"/>
          <a:ext cx="1457960" cy="149352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82580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43376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05435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41057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4287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929676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8062840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3765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126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89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127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0034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087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303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229173-3C44-ECAD-C351-85FD34533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49065"/>
              </p:ext>
            </p:extLst>
          </p:nvPr>
        </p:nvGraphicFramePr>
        <p:xfrm>
          <a:off x="760486" y="829531"/>
          <a:ext cx="1457960" cy="149352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82580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43376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05435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41057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4287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929676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8062840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3765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126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89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127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0034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087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303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FD6F15-3A5C-9C33-86D3-336B3F0A4923}"/>
                  </a:ext>
                </a:extLst>
              </p:cNvPr>
              <p:cNvSpPr txBox="1"/>
              <p:nvPr/>
            </p:nvSpPr>
            <p:spPr>
              <a:xfrm>
                <a:off x="1958233" y="2075927"/>
                <a:ext cx="3016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FD6F15-3A5C-9C33-86D3-336B3F0A4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233" y="2075927"/>
                <a:ext cx="301686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4CEBF7-002E-466E-CD5D-76B508B703C3}"/>
                  </a:ext>
                </a:extLst>
              </p:cNvPr>
              <p:cNvSpPr txBox="1"/>
              <p:nvPr/>
            </p:nvSpPr>
            <p:spPr>
              <a:xfrm>
                <a:off x="1976386" y="1649735"/>
                <a:ext cx="3016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4CEBF7-002E-466E-CD5D-76B508B70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386" y="1649735"/>
                <a:ext cx="301686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490CFE-D97C-2377-7042-429AEA7D93B4}"/>
                  </a:ext>
                </a:extLst>
              </p:cNvPr>
              <p:cNvSpPr txBox="1"/>
              <p:nvPr/>
            </p:nvSpPr>
            <p:spPr>
              <a:xfrm>
                <a:off x="1971704" y="1223543"/>
                <a:ext cx="3016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490CFE-D97C-2377-7042-429AEA7D9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704" y="1223543"/>
                <a:ext cx="301686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94AF49-E005-F41F-50C0-34C0650BA86F}"/>
                  </a:ext>
                </a:extLst>
              </p:cNvPr>
              <p:cNvSpPr txBox="1"/>
              <p:nvPr/>
            </p:nvSpPr>
            <p:spPr>
              <a:xfrm>
                <a:off x="1971704" y="790711"/>
                <a:ext cx="3016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94AF49-E005-F41F-50C0-34C0650BA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704" y="790711"/>
                <a:ext cx="301686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13EC88-BBB4-5624-C733-859447558F3A}"/>
                  </a:ext>
                </a:extLst>
              </p:cNvPr>
              <p:cNvSpPr txBox="1"/>
              <p:nvPr/>
            </p:nvSpPr>
            <p:spPr>
              <a:xfrm>
                <a:off x="1555683" y="2075927"/>
                <a:ext cx="3016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13EC88-BBB4-5624-C733-859447558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683" y="2075927"/>
                <a:ext cx="301686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7B89C4-F9BC-AF41-D160-0B54AE48665C}"/>
                  </a:ext>
                </a:extLst>
              </p:cNvPr>
              <p:cNvSpPr txBox="1"/>
              <p:nvPr/>
            </p:nvSpPr>
            <p:spPr>
              <a:xfrm>
                <a:off x="691655" y="790800"/>
                <a:ext cx="37061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dirty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7B89C4-F9BC-AF41-D160-0B54AE486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5" y="790800"/>
                <a:ext cx="370614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09D51B-F1CD-A376-7CB2-3FFC0A3FE44C}"/>
                  </a:ext>
                </a:extLst>
              </p:cNvPr>
              <p:cNvSpPr txBox="1"/>
              <p:nvPr/>
            </p:nvSpPr>
            <p:spPr>
              <a:xfrm>
                <a:off x="1853746" y="399140"/>
                <a:ext cx="982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pc="-1" dirty="0">
                    <a:solidFill>
                      <a:srgbClr val="000000"/>
                    </a:solidFill>
                    <a:latin typeface="Calibri"/>
                  </a:rPr>
                  <a:t>Layer </a:t>
                </a:r>
                <a14:m>
                  <m:oMath xmlns:m="http://schemas.openxmlformats.org/officeDocument/2006/math">
                    <m:r>
                      <a:rPr lang="de-DE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DE" i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09D51B-F1CD-A376-7CB2-3FFC0A3FE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46" y="399140"/>
                <a:ext cx="982765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608E3D-AC11-5644-B09A-E2B4327E5A95}"/>
                  </a:ext>
                </a:extLst>
              </p:cNvPr>
              <p:cNvSpPr txBox="1"/>
              <p:nvPr/>
            </p:nvSpPr>
            <p:spPr>
              <a:xfrm>
                <a:off x="377012" y="2409600"/>
                <a:ext cx="244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608E3D-AC11-5644-B09A-E2B4327E5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12" y="2409600"/>
                <a:ext cx="244426" cy="276999"/>
              </a:xfrm>
              <a:prstGeom prst="rect">
                <a:avLst/>
              </a:prstGeom>
              <a:blipFill>
                <a:blip r:embed="rId12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89F4996-9EF3-6330-5B13-9A5F8234A148}"/>
                  </a:ext>
                </a:extLst>
              </p:cNvPr>
              <p:cNvSpPr txBox="1"/>
              <p:nvPr/>
            </p:nvSpPr>
            <p:spPr>
              <a:xfrm>
                <a:off x="100574" y="2172013"/>
                <a:ext cx="244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̆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89F4996-9EF3-6330-5B13-9A5F8234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4" y="2172013"/>
                <a:ext cx="244426" cy="276999"/>
              </a:xfrm>
              <a:prstGeom prst="rect">
                <a:avLst/>
              </a:prstGeom>
              <a:blipFill>
                <a:blip r:embed="rId13"/>
                <a:stretch>
                  <a:fillRect l="-14634" t="-8696" r="-5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399EDE-E6D8-2D9A-21B2-40105D4ACBA9}"/>
              </a:ext>
            </a:extLst>
          </p:cNvPr>
          <p:cNvCxnSpPr>
            <a:cxnSpLocks/>
          </p:cNvCxnSpPr>
          <p:nvPr/>
        </p:nvCxnSpPr>
        <p:spPr>
          <a:xfrm flipH="1">
            <a:off x="575655" y="2232064"/>
            <a:ext cx="231999" cy="24111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D18B18-728B-D419-5577-BAB866B15DAD}"/>
              </a:ext>
            </a:extLst>
          </p:cNvPr>
          <p:cNvCxnSpPr>
            <a:cxnSpLocks/>
          </p:cNvCxnSpPr>
          <p:nvPr/>
        </p:nvCxnSpPr>
        <p:spPr>
          <a:xfrm flipH="1">
            <a:off x="190259" y="1911642"/>
            <a:ext cx="231999" cy="24111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4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DA1AC0C-F90D-32E4-A249-646244F0B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778758"/>
              </p:ext>
            </p:extLst>
          </p:nvPr>
        </p:nvGraphicFramePr>
        <p:xfrm>
          <a:off x="478687" y="512859"/>
          <a:ext cx="1457960" cy="149352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82580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43376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05435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41057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4287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929676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8062840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3765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126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89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127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0034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087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30362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2CBD2843-E24A-09CD-6894-641771B4260F}"/>
              </a:ext>
            </a:extLst>
          </p:cNvPr>
          <p:cNvSpPr/>
          <p:nvPr/>
        </p:nvSpPr>
        <p:spPr>
          <a:xfrm>
            <a:off x="817882" y="550139"/>
            <a:ext cx="619759" cy="246715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2176D1-3B71-38E0-2995-C91300334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18056"/>
              </p:ext>
            </p:extLst>
          </p:nvPr>
        </p:nvGraphicFramePr>
        <p:xfrm>
          <a:off x="911797" y="853440"/>
          <a:ext cx="1457960" cy="149352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82580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43376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05435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41057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428788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929676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8062840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3765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126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89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127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0034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087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15302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306050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459075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6120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76512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91814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1071174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1224199" algn="l" defTabSz="306050" rtl="0" eaLnBrk="1" latinLnBrk="0" hangingPunct="1">
                        <a:defRPr sz="602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LID4096" sz="80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30362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9592C5-EC1A-000E-2713-5B67EB9558E4}"/>
              </a:ext>
            </a:extLst>
          </p:cNvPr>
          <p:cNvCxnSpPr/>
          <p:nvPr/>
        </p:nvCxnSpPr>
        <p:spPr>
          <a:xfrm>
            <a:off x="2492347" y="1869160"/>
            <a:ext cx="0" cy="36098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A80E70-2B23-19D4-92EB-F9212F893BDE}"/>
                  </a:ext>
                </a:extLst>
              </p:cNvPr>
              <p:cNvSpPr txBox="1"/>
              <p:nvPr/>
            </p:nvSpPr>
            <p:spPr>
              <a:xfrm>
                <a:off x="2470607" y="1821713"/>
                <a:ext cx="4439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A80E70-2B23-19D4-92EB-F9212F893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607" y="1821713"/>
                <a:ext cx="44396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74B623-6D6E-DC6A-B331-FC2568A00C88}"/>
              </a:ext>
            </a:extLst>
          </p:cNvPr>
          <p:cNvCxnSpPr>
            <a:cxnSpLocks/>
          </p:cNvCxnSpPr>
          <p:nvPr/>
        </p:nvCxnSpPr>
        <p:spPr>
          <a:xfrm rot="5400000">
            <a:off x="2100177" y="2239826"/>
            <a:ext cx="0" cy="36098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501BB0-9A8E-3314-791A-E3AAF4740B30}"/>
                  </a:ext>
                </a:extLst>
              </p:cNvPr>
              <p:cNvSpPr txBox="1"/>
              <p:nvPr/>
            </p:nvSpPr>
            <p:spPr>
              <a:xfrm>
                <a:off x="1878218" y="2398046"/>
                <a:ext cx="449482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501BB0-9A8E-3314-791A-E3AAF4740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218" y="2398046"/>
                <a:ext cx="449482" cy="391261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B28154-E258-EBCE-CD04-2A5AC2423A72}"/>
              </a:ext>
            </a:extLst>
          </p:cNvPr>
          <p:cNvCxnSpPr>
            <a:cxnSpLocks/>
          </p:cNvCxnSpPr>
          <p:nvPr/>
        </p:nvCxnSpPr>
        <p:spPr>
          <a:xfrm>
            <a:off x="588965" y="606727"/>
            <a:ext cx="408855" cy="35086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8270DA-6850-042A-1463-7A891A1542A6}"/>
                  </a:ext>
                </a:extLst>
              </p:cNvPr>
              <p:cNvSpPr txBox="1"/>
              <p:nvPr/>
            </p:nvSpPr>
            <p:spPr>
              <a:xfrm>
                <a:off x="770407" y="437175"/>
                <a:ext cx="759247" cy="394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i="1" dirty="0">
                              <a:latin typeface="Cambria Math" panose="02040503050406030204" pitchFamily="18" charset="0"/>
                            </a:rPr>
                            <m:t>layer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8270DA-6850-042A-1463-7A891A154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07" y="437175"/>
                <a:ext cx="759247" cy="39485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9ADEC5-4FA4-C53D-BD42-6B6B02C202E3}"/>
              </a:ext>
            </a:extLst>
          </p:cNvPr>
          <p:cNvCxnSpPr>
            <a:cxnSpLocks/>
          </p:cNvCxnSpPr>
          <p:nvPr/>
        </p:nvCxnSpPr>
        <p:spPr>
          <a:xfrm>
            <a:off x="2448999" y="852951"/>
            <a:ext cx="0" cy="21623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03F795-7AC5-C5B3-8021-3B6B62D86BA0}"/>
                  </a:ext>
                </a:extLst>
              </p:cNvPr>
              <p:cNvSpPr txBox="1"/>
              <p:nvPr/>
            </p:nvSpPr>
            <p:spPr>
              <a:xfrm>
                <a:off x="2448999" y="765912"/>
                <a:ext cx="477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03F795-7AC5-C5B3-8021-3B6B62D86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999" y="765912"/>
                <a:ext cx="47763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E8CF22-3AF4-89D4-13DC-A51205158832}"/>
              </a:ext>
            </a:extLst>
          </p:cNvPr>
          <p:cNvCxnSpPr>
            <a:cxnSpLocks/>
          </p:cNvCxnSpPr>
          <p:nvPr/>
        </p:nvCxnSpPr>
        <p:spPr>
          <a:xfrm flipH="1" flipV="1">
            <a:off x="2151065" y="782158"/>
            <a:ext cx="247959" cy="455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EA1FBF-DE92-7BC8-315B-F326E48AE05D}"/>
                  </a:ext>
                </a:extLst>
              </p:cNvPr>
              <p:cNvSpPr txBox="1"/>
              <p:nvPr/>
            </p:nvSpPr>
            <p:spPr>
              <a:xfrm>
                <a:off x="2085071" y="341287"/>
                <a:ext cx="485261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EA1FBF-DE92-7BC8-315B-F326E48AE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071" y="341287"/>
                <a:ext cx="485261" cy="391261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2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</Words>
  <Application>Microsoft Office PowerPoint</Application>
  <PresentationFormat>Custom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7</cp:revision>
  <dcterms:created xsi:type="dcterms:W3CDTF">2025-02-28T09:37:46Z</dcterms:created>
  <dcterms:modified xsi:type="dcterms:W3CDTF">2026-02-05T12:38:06Z</dcterms:modified>
</cp:coreProperties>
</file>