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8" r:id="rId3"/>
    <p:sldId id="257" r:id="rId4"/>
  </p:sldIdLst>
  <p:sldSz cx="3060700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10" userDrawn="1">
          <p15:clr>
            <a:srgbClr val="A4A3A4"/>
          </p15:clr>
        </p15:guide>
        <p15:guide id="2" pos="9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6EC3"/>
    <a:srgbClr val="FFFFFF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81" autoAdjust="0"/>
    <p:restoredTop sz="94660"/>
  </p:normalViewPr>
  <p:slideViewPr>
    <p:cSldViewPr snapToGrid="0" showGuides="1">
      <p:cViewPr>
        <p:scale>
          <a:sx n="150" d="100"/>
          <a:sy n="150" d="100"/>
        </p:scale>
        <p:origin x="2856" y="1176"/>
      </p:cViewPr>
      <p:guideLst>
        <p:guide orient="horz" pos="1010"/>
        <p:guide pos="9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9553" y="523770"/>
            <a:ext cx="2601595" cy="1114213"/>
          </a:xfrm>
        </p:spPr>
        <p:txBody>
          <a:bodyPr anchor="b"/>
          <a:lstStyle>
            <a:lvl1pPr algn="ctr">
              <a:defRPr sz="200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588" y="1680951"/>
            <a:ext cx="2295525" cy="772689"/>
          </a:xfrm>
        </p:spPr>
        <p:txBody>
          <a:bodyPr/>
          <a:lstStyle>
            <a:lvl1pPr marL="0" indent="0" algn="ctr">
              <a:buNone/>
              <a:defRPr sz="803"/>
            </a:lvl1pPr>
            <a:lvl2pPr marL="153025" indent="0" algn="ctr">
              <a:buNone/>
              <a:defRPr sz="669"/>
            </a:lvl2pPr>
            <a:lvl3pPr marL="306050" indent="0" algn="ctr">
              <a:buNone/>
              <a:defRPr sz="602"/>
            </a:lvl3pPr>
            <a:lvl4pPr marL="459075" indent="0" algn="ctr">
              <a:buNone/>
              <a:defRPr sz="536"/>
            </a:lvl4pPr>
            <a:lvl5pPr marL="612099" indent="0" algn="ctr">
              <a:buNone/>
              <a:defRPr sz="536"/>
            </a:lvl5pPr>
            <a:lvl6pPr marL="765124" indent="0" algn="ctr">
              <a:buNone/>
              <a:defRPr sz="536"/>
            </a:lvl6pPr>
            <a:lvl7pPr marL="918149" indent="0" algn="ctr">
              <a:buNone/>
              <a:defRPr sz="536"/>
            </a:lvl7pPr>
            <a:lvl8pPr marL="1071174" indent="0" algn="ctr">
              <a:buNone/>
              <a:defRPr sz="536"/>
            </a:lvl8pPr>
            <a:lvl9pPr marL="1224199" indent="0" algn="ctr">
              <a:buNone/>
              <a:defRPr sz="53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2207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37801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829" y="797879"/>
            <a:ext cx="2639854" cy="1331277"/>
          </a:xfrm>
        </p:spPr>
        <p:txBody>
          <a:bodyPr anchor="b"/>
          <a:lstStyle>
            <a:lvl1pPr>
              <a:defRPr sz="200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829" y="2141750"/>
            <a:ext cx="2639854" cy="700087"/>
          </a:xfrm>
        </p:spPr>
        <p:txBody>
          <a:bodyPr/>
          <a:lstStyle>
            <a:lvl1pPr marL="0" indent="0">
              <a:buNone/>
              <a:defRPr sz="803">
                <a:solidFill>
                  <a:schemeClr val="tx1">
                    <a:tint val="82000"/>
                  </a:schemeClr>
                </a:solidFill>
              </a:defRPr>
            </a:lvl1pPr>
            <a:lvl2pPr marL="153025" indent="0">
              <a:buNone/>
              <a:defRPr sz="669">
                <a:solidFill>
                  <a:schemeClr val="tx1">
                    <a:tint val="82000"/>
                  </a:schemeClr>
                </a:solidFill>
              </a:defRPr>
            </a:lvl2pPr>
            <a:lvl3pPr marL="306050" indent="0">
              <a:buNone/>
              <a:defRPr sz="602">
                <a:solidFill>
                  <a:schemeClr val="tx1">
                    <a:tint val="82000"/>
                  </a:schemeClr>
                </a:solidFill>
              </a:defRPr>
            </a:lvl3pPr>
            <a:lvl4pPr marL="459075" indent="0">
              <a:buNone/>
              <a:defRPr sz="536">
                <a:solidFill>
                  <a:schemeClr val="tx1">
                    <a:tint val="82000"/>
                  </a:schemeClr>
                </a:solidFill>
              </a:defRPr>
            </a:lvl4pPr>
            <a:lvl5pPr marL="612099" indent="0">
              <a:buNone/>
              <a:defRPr sz="536">
                <a:solidFill>
                  <a:schemeClr val="tx1">
                    <a:tint val="82000"/>
                  </a:schemeClr>
                </a:solidFill>
              </a:defRPr>
            </a:lvl5pPr>
            <a:lvl6pPr marL="765124" indent="0">
              <a:buNone/>
              <a:defRPr sz="536">
                <a:solidFill>
                  <a:schemeClr val="tx1">
                    <a:tint val="82000"/>
                  </a:schemeClr>
                </a:solidFill>
              </a:defRPr>
            </a:lvl6pPr>
            <a:lvl7pPr marL="918149" indent="0">
              <a:buNone/>
              <a:defRPr sz="536">
                <a:solidFill>
                  <a:schemeClr val="tx1">
                    <a:tint val="82000"/>
                  </a:schemeClr>
                </a:solidFill>
              </a:defRPr>
            </a:lvl7pPr>
            <a:lvl8pPr marL="1071174" indent="0">
              <a:buNone/>
              <a:defRPr sz="536">
                <a:solidFill>
                  <a:schemeClr val="tx1">
                    <a:tint val="82000"/>
                  </a:schemeClr>
                </a:solidFill>
              </a:defRPr>
            </a:lvl8pPr>
            <a:lvl9pPr marL="1224199" indent="0">
              <a:buNone/>
              <a:defRPr sz="53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93645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0423" y="851959"/>
            <a:ext cx="1300798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49479" y="851959"/>
            <a:ext cx="1300798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89286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170392"/>
            <a:ext cx="2639854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2" y="784543"/>
            <a:ext cx="1294819" cy="384492"/>
          </a:xfrm>
        </p:spPr>
        <p:txBody>
          <a:bodyPr anchor="b"/>
          <a:lstStyle>
            <a:lvl1pPr marL="0" indent="0">
              <a:buNone/>
              <a:defRPr sz="803" b="1"/>
            </a:lvl1pPr>
            <a:lvl2pPr marL="153025" indent="0">
              <a:buNone/>
              <a:defRPr sz="669" b="1"/>
            </a:lvl2pPr>
            <a:lvl3pPr marL="306050" indent="0">
              <a:buNone/>
              <a:defRPr sz="602" b="1"/>
            </a:lvl3pPr>
            <a:lvl4pPr marL="459075" indent="0">
              <a:buNone/>
              <a:defRPr sz="536" b="1"/>
            </a:lvl4pPr>
            <a:lvl5pPr marL="612099" indent="0">
              <a:buNone/>
              <a:defRPr sz="536" b="1"/>
            </a:lvl5pPr>
            <a:lvl6pPr marL="765124" indent="0">
              <a:buNone/>
              <a:defRPr sz="536" b="1"/>
            </a:lvl6pPr>
            <a:lvl7pPr marL="918149" indent="0">
              <a:buNone/>
              <a:defRPr sz="536" b="1"/>
            </a:lvl7pPr>
            <a:lvl8pPr marL="1071174" indent="0">
              <a:buNone/>
              <a:defRPr sz="536" b="1"/>
            </a:lvl8pPr>
            <a:lvl9pPr marL="1224199" indent="0">
              <a:buNone/>
              <a:defRPr sz="53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0822" y="1169035"/>
            <a:ext cx="1294819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49480" y="784543"/>
            <a:ext cx="1301196" cy="384492"/>
          </a:xfrm>
        </p:spPr>
        <p:txBody>
          <a:bodyPr anchor="b"/>
          <a:lstStyle>
            <a:lvl1pPr marL="0" indent="0">
              <a:buNone/>
              <a:defRPr sz="803" b="1"/>
            </a:lvl1pPr>
            <a:lvl2pPr marL="153025" indent="0">
              <a:buNone/>
              <a:defRPr sz="669" b="1"/>
            </a:lvl2pPr>
            <a:lvl3pPr marL="306050" indent="0">
              <a:buNone/>
              <a:defRPr sz="602" b="1"/>
            </a:lvl3pPr>
            <a:lvl4pPr marL="459075" indent="0">
              <a:buNone/>
              <a:defRPr sz="536" b="1"/>
            </a:lvl4pPr>
            <a:lvl5pPr marL="612099" indent="0">
              <a:buNone/>
              <a:defRPr sz="536" b="1"/>
            </a:lvl5pPr>
            <a:lvl6pPr marL="765124" indent="0">
              <a:buNone/>
              <a:defRPr sz="536" b="1"/>
            </a:lvl6pPr>
            <a:lvl7pPr marL="918149" indent="0">
              <a:buNone/>
              <a:defRPr sz="536" b="1"/>
            </a:lvl7pPr>
            <a:lvl8pPr marL="1071174" indent="0">
              <a:buNone/>
              <a:defRPr sz="536" b="1"/>
            </a:lvl8pPr>
            <a:lvl9pPr marL="1224199" indent="0">
              <a:buNone/>
              <a:defRPr sz="53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49480" y="1169035"/>
            <a:ext cx="1301196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93947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0528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44631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213360"/>
            <a:ext cx="987155" cy="746760"/>
          </a:xfrm>
        </p:spPr>
        <p:txBody>
          <a:bodyPr anchor="b"/>
          <a:lstStyle>
            <a:lvl1pPr>
              <a:defRPr sz="107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1196" y="460799"/>
            <a:ext cx="1549479" cy="2274358"/>
          </a:xfrm>
        </p:spPr>
        <p:txBody>
          <a:bodyPr/>
          <a:lstStyle>
            <a:lvl1pPr>
              <a:defRPr sz="1071"/>
            </a:lvl1pPr>
            <a:lvl2pPr>
              <a:defRPr sz="937"/>
            </a:lvl2pPr>
            <a:lvl3pPr>
              <a:defRPr sz="803"/>
            </a:lvl3pPr>
            <a:lvl4pPr>
              <a:defRPr sz="669"/>
            </a:lvl4pPr>
            <a:lvl5pPr>
              <a:defRPr sz="669"/>
            </a:lvl5pPr>
            <a:lvl6pPr>
              <a:defRPr sz="669"/>
            </a:lvl6pPr>
            <a:lvl7pPr>
              <a:defRPr sz="669"/>
            </a:lvl7pPr>
            <a:lvl8pPr>
              <a:defRPr sz="669"/>
            </a:lvl8pPr>
            <a:lvl9pPr>
              <a:defRPr sz="66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960120"/>
            <a:ext cx="987155" cy="1778741"/>
          </a:xfrm>
        </p:spPr>
        <p:txBody>
          <a:bodyPr/>
          <a:lstStyle>
            <a:lvl1pPr marL="0" indent="0">
              <a:buNone/>
              <a:defRPr sz="536"/>
            </a:lvl1pPr>
            <a:lvl2pPr marL="153025" indent="0">
              <a:buNone/>
              <a:defRPr sz="469"/>
            </a:lvl2pPr>
            <a:lvl3pPr marL="306050" indent="0">
              <a:buNone/>
              <a:defRPr sz="402"/>
            </a:lvl3pPr>
            <a:lvl4pPr marL="459075" indent="0">
              <a:buNone/>
              <a:defRPr sz="335"/>
            </a:lvl4pPr>
            <a:lvl5pPr marL="612099" indent="0">
              <a:buNone/>
              <a:defRPr sz="335"/>
            </a:lvl5pPr>
            <a:lvl6pPr marL="765124" indent="0">
              <a:buNone/>
              <a:defRPr sz="335"/>
            </a:lvl6pPr>
            <a:lvl7pPr marL="918149" indent="0">
              <a:buNone/>
              <a:defRPr sz="335"/>
            </a:lvl7pPr>
            <a:lvl8pPr marL="1071174" indent="0">
              <a:buNone/>
              <a:defRPr sz="335"/>
            </a:lvl8pPr>
            <a:lvl9pPr marL="1224199" indent="0">
              <a:buNone/>
              <a:defRPr sz="3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08794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213360"/>
            <a:ext cx="987155" cy="746760"/>
          </a:xfrm>
        </p:spPr>
        <p:txBody>
          <a:bodyPr anchor="b"/>
          <a:lstStyle>
            <a:lvl1pPr>
              <a:defRPr sz="107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01196" y="460799"/>
            <a:ext cx="1549479" cy="2274358"/>
          </a:xfrm>
        </p:spPr>
        <p:txBody>
          <a:bodyPr anchor="t"/>
          <a:lstStyle>
            <a:lvl1pPr marL="0" indent="0">
              <a:buNone/>
              <a:defRPr sz="1071"/>
            </a:lvl1pPr>
            <a:lvl2pPr marL="153025" indent="0">
              <a:buNone/>
              <a:defRPr sz="937"/>
            </a:lvl2pPr>
            <a:lvl3pPr marL="306050" indent="0">
              <a:buNone/>
              <a:defRPr sz="803"/>
            </a:lvl3pPr>
            <a:lvl4pPr marL="459075" indent="0">
              <a:buNone/>
              <a:defRPr sz="669"/>
            </a:lvl4pPr>
            <a:lvl5pPr marL="612099" indent="0">
              <a:buNone/>
              <a:defRPr sz="669"/>
            </a:lvl5pPr>
            <a:lvl6pPr marL="765124" indent="0">
              <a:buNone/>
              <a:defRPr sz="669"/>
            </a:lvl6pPr>
            <a:lvl7pPr marL="918149" indent="0">
              <a:buNone/>
              <a:defRPr sz="669"/>
            </a:lvl7pPr>
            <a:lvl8pPr marL="1071174" indent="0">
              <a:buNone/>
              <a:defRPr sz="669"/>
            </a:lvl8pPr>
            <a:lvl9pPr marL="1224199" indent="0">
              <a:buNone/>
              <a:defRPr sz="66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960120"/>
            <a:ext cx="987155" cy="1778741"/>
          </a:xfrm>
        </p:spPr>
        <p:txBody>
          <a:bodyPr/>
          <a:lstStyle>
            <a:lvl1pPr marL="0" indent="0">
              <a:buNone/>
              <a:defRPr sz="536"/>
            </a:lvl1pPr>
            <a:lvl2pPr marL="153025" indent="0">
              <a:buNone/>
              <a:defRPr sz="469"/>
            </a:lvl2pPr>
            <a:lvl3pPr marL="306050" indent="0">
              <a:buNone/>
              <a:defRPr sz="402"/>
            </a:lvl3pPr>
            <a:lvl4pPr marL="459075" indent="0">
              <a:buNone/>
              <a:defRPr sz="335"/>
            </a:lvl4pPr>
            <a:lvl5pPr marL="612099" indent="0">
              <a:buNone/>
              <a:defRPr sz="335"/>
            </a:lvl5pPr>
            <a:lvl6pPr marL="765124" indent="0">
              <a:buNone/>
              <a:defRPr sz="335"/>
            </a:lvl6pPr>
            <a:lvl7pPr marL="918149" indent="0">
              <a:buNone/>
              <a:defRPr sz="335"/>
            </a:lvl7pPr>
            <a:lvl8pPr marL="1071174" indent="0">
              <a:buNone/>
              <a:defRPr sz="335"/>
            </a:lvl8pPr>
            <a:lvl9pPr marL="1224199" indent="0">
              <a:buNone/>
              <a:defRPr sz="3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22532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4027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0314" y="170392"/>
            <a:ext cx="659963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423" y="170392"/>
            <a:ext cx="1941632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3097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0423" y="170392"/>
            <a:ext cx="2639854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423" y="851959"/>
            <a:ext cx="2639854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0423" y="2966297"/>
            <a:ext cx="688658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B915-DB53-41BD-A85E-FD7AC785D22D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3857" y="2966297"/>
            <a:ext cx="1032986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1619" y="2966297"/>
            <a:ext cx="688658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4C0B2-E986-44C0-A647-830B94E08A2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9822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06050" rtl="0" eaLnBrk="1" latinLnBrk="0" hangingPunct="1">
        <a:lnSpc>
          <a:spcPct val="90000"/>
        </a:lnSpc>
        <a:spcBef>
          <a:spcPct val="0"/>
        </a:spcBef>
        <a:buNone/>
        <a:defRPr sz="147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512" indent="-76512" algn="l" defTabSz="30605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937" kern="1200">
          <a:solidFill>
            <a:schemeClr val="tx1"/>
          </a:solidFill>
          <a:latin typeface="+mn-lt"/>
          <a:ea typeface="+mn-ea"/>
          <a:cs typeface="+mn-cs"/>
        </a:defRPr>
      </a:lvl1pPr>
      <a:lvl2pPr marL="229537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803" kern="1200">
          <a:solidFill>
            <a:schemeClr val="tx1"/>
          </a:solidFill>
          <a:latin typeface="+mn-lt"/>
          <a:ea typeface="+mn-ea"/>
          <a:cs typeface="+mn-cs"/>
        </a:defRPr>
      </a:lvl2pPr>
      <a:lvl3pPr marL="382562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69" kern="1200">
          <a:solidFill>
            <a:schemeClr val="tx1"/>
          </a:solidFill>
          <a:latin typeface="+mn-lt"/>
          <a:ea typeface="+mn-ea"/>
          <a:cs typeface="+mn-cs"/>
        </a:defRPr>
      </a:lvl3pPr>
      <a:lvl4pPr marL="535587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4pPr>
      <a:lvl5pPr marL="688612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5pPr>
      <a:lvl6pPr marL="841637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6pPr>
      <a:lvl7pPr marL="994661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7pPr>
      <a:lvl8pPr marL="1147686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8pPr>
      <a:lvl9pPr marL="1300711" indent="-76512" algn="l" defTabSz="30605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1pPr>
      <a:lvl2pPr marL="153025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2pPr>
      <a:lvl3pPr marL="306050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3pPr>
      <a:lvl4pPr marL="459075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4pPr>
      <a:lvl5pPr marL="612099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5pPr>
      <a:lvl6pPr marL="765124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6pPr>
      <a:lvl7pPr marL="918149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7pPr>
      <a:lvl8pPr marL="1071174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8pPr>
      <a:lvl9pPr marL="1224199" algn="l" defTabSz="306050" rtl="0" eaLnBrk="1" latinLnBrk="0" hangingPunct="1">
        <a:defRPr sz="60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A26C16B-4171-5E66-E2AF-D8365E7DA3AB}"/>
                  </a:ext>
                </a:extLst>
              </p:cNvPr>
              <p:cNvSpPr txBox="1"/>
              <p:nvPr/>
            </p:nvSpPr>
            <p:spPr>
              <a:xfrm>
                <a:off x="383362" y="61820"/>
                <a:ext cx="145153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pc="-1" dirty="0">
                    <a:solidFill>
                      <a:srgbClr val="000000"/>
                    </a:solidFill>
                    <a:latin typeface="Calibri"/>
                  </a:rPr>
                  <a:t>Layer </a:t>
                </a:r>
                <a14:m>
                  <m:oMath xmlns:m="http://schemas.openxmlformats.org/officeDocument/2006/math">
                    <m:r>
                      <a:rPr lang="de-DE" i="1" spc="-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pc="-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b="0" i="1" spc="-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A26C16B-4171-5E66-E2AF-D8365E7DA3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62" y="61820"/>
                <a:ext cx="1451531" cy="369332"/>
              </a:xfrm>
              <a:prstGeom prst="rect">
                <a:avLst/>
              </a:prstGeom>
              <a:blipFill>
                <a:blip r:embed="rId2"/>
                <a:stretch>
                  <a:fillRect l="-2101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5786AE-97EF-E36D-6AE9-F93B38F75D9F}"/>
                  </a:ext>
                </a:extLst>
              </p:cNvPr>
              <p:cNvSpPr txBox="1"/>
              <p:nvPr/>
            </p:nvSpPr>
            <p:spPr>
              <a:xfrm>
                <a:off x="2482737" y="1412857"/>
                <a:ext cx="4937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5786AE-97EF-E36D-6AE9-F93B38F75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737" y="1412857"/>
                <a:ext cx="49372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Brace 5">
            <a:extLst>
              <a:ext uri="{FF2B5EF4-FFF2-40B4-BE49-F238E27FC236}">
                <a16:creationId xmlns:a16="http://schemas.microsoft.com/office/drawing/2014/main" id="{AF81D4B0-A60D-A87F-EB60-C1F3E362A7AE}"/>
              </a:ext>
            </a:extLst>
          </p:cNvPr>
          <p:cNvSpPr/>
          <p:nvPr/>
        </p:nvSpPr>
        <p:spPr>
          <a:xfrm>
            <a:off x="2299189" y="850763"/>
            <a:ext cx="153858" cy="1493520"/>
          </a:xfrm>
          <a:prstGeom prst="rightBrace">
            <a:avLst>
              <a:gd name="adj1" fmla="val 77396"/>
              <a:gd name="adj2" fmla="val 50000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818DCF4-9CB2-B933-1110-0781BA34DCDF}"/>
              </a:ext>
            </a:extLst>
          </p:cNvPr>
          <p:cNvSpPr/>
          <p:nvPr/>
        </p:nvSpPr>
        <p:spPr>
          <a:xfrm rot="5400000">
            <a:off x="1394757" y="1830756"/>
            <a:ext cx="153858" cy="1493520"/>
          </a:xfrm>
          <a:prstGeom prst="rightBrace">
            <a:avLst>
              <a:gd name="adj1" fmla="val 77396"/>
              <a:gd name="adj2" fmla="val 50000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B6B99C-DC17-3705-75E2-1EDE66E3E070}"/>
                  </a:ext>
                </a:extLst>
              </p:cNvPr>
              <p:cNvSpPr txBox="1"/>
              <p:nvPr/>
            </p:nvSpPr>
            <p:spPr>
              <a:xfrm>
                <a:off x="1263532" y="2654450"/>
                <a:ext cx="501356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B6B99C-DC17-3705-75E2-1EDE66E3E0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3532" y="2654450"/>
                <a:ext cx="501356" cy="391261"/>
              </a:xfrm>
              <a:prstGeom prst="rect">
                <a:avLst/>
              </a:prstGeom>
              <a:blipFill>
                <a:blip r:embed="rId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300258B-0FE7-3F25-4692-A6E5C9F30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373607"/>
              </p:ext>
            </p:extLst>
          </p:nvPr>
        </p:nvGraphicFramePr>
        <p:xfrm>
          <a:off x="327376" y="488950"/>
          <a:ext cx="1457960" cy="149352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8825804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433762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05435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841057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42878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929676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80628409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1537655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1126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789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9127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90034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79087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83036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9229173-3C44-ECAD-C351-85FD34533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149065"/>
              </p:ext>
            </p:extLst>
          </p:nvPr>
        </p:nvGraphicFramePr>
        <p:xfrm>
          <a:off x="760486" y="829531"/>
          <a:ext cx="1457960" cy="149352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8825804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433762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05435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841057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42878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929676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80628409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1537655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1126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789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9127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90034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79087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8303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6FD6F15-3A5C-9C33-86D3-336B3F0A4923}"/>
                  </a:ext>
                </a:extLst>
              </p:cNvPr>
              <p:cNvSpPr txBox="1"/>
              <p:nvPr/>
            </p:nvSpPr>
            <p:spPr>
              <a:xfrm>
                <a:off x="1958233" y="2075927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6FD6F15-3A5C-9C33-86D3-336B3F0A4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8233" y="2075927"/>
                <a:ext cx="301686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44CEBF7-002E-466E-CD5D-76B508B703C3}"/>
                  </a:ext>
                </a:extLst>
              </p:cNvPr>
              <p:cNvSpPr txBox="1"/>
              <p:nvPr/>
            </p:nvSpPr>
            <p:spPr>
              <a:xfrm>
                <a:off x="1976386" y="1649735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44CEBF7-002E-466E-CD5D-76B508B70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386" y="1649735"/>
                <a:ext cx="301686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1490CFE-D97C-2377-7042-429AEA7D93B4}"/>
                  </a:ext>
                </a:extLst>
              </p:cNvPr>
              <p:cNvSpPr txBox="1"/>
              <p:nvPr/>
            </p:nvSpPr>
            <p:spPr>
              <a:xfrm>
                <a:off x="1971704" y="1223543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1490CFE-D97C-2377-7042-429AEA7D9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704" y="1223543"/>
                <a:ext cx="301686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394AF49-E005-F41F-50C0-34C0650BA86F}"/>
                  </a:ext>
                </a:extLst>
              </p:cNvPr>
              <p:cNvSpPr txBox="1"/>
              <p:nvPr/>
            </p:nvSpPr>
            <p:spPr>
              <a:xfrm>
                <a:off x="1971704" y="790711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394AF49-E005-F41F-50C0-34C0650BA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704" y="790711"/>
                <a:ext cx="301686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13EC88-BBB4-5624-C733-859447558F3A}"/>
                  </a:ext>
                </a:extLst>
              </p:cNvPr>
              <p:cNvSpPr txBox="1"/>
              <p:nvPr/>
            </p:nvSpPr>
            <p:spPr>
              <a:xfrm>
                <a:off x="1555683" y="2075927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13EC88-BBB4-5624-C733-859447558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683" y="2075927"/>
                <a:ext cx="301686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7B89C4-F9BC-AF41-D160-0B54AE48665C}"/>
                  </a:ext>
                </a:extLst>
              </p:cNvPr>
              <p:cNvSpPr txBox="1"/>
              <p:nvPr/>
            </p:nvSpPr>
            <p:spPr>
              <a:xfrm>
                <a:off x="691655" y="790800"/>
                <a:ext cx="3706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7B89C4-F9BC-AF41-D160-0B54AE486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655" y="790800"/>
                <a:ext cx="370614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09D51B-F1CD-A376-7CB2-3FFC0A3FE44C}"/>
                  </a:ext>
                </a:extLst>
              </p:cNvPr>
              <p:cNvSpPr txBox="1"/>
              <p:nvPr/>
            </p:nvSpPr>
            <p:spPr>
              <a:xfrm>
                <a:off x="1853746" y="399140"/>
                <a:ext cx="9827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pc="-1" dirty="0">
                    <a:solidFill>
                      <a:srgbClr val="000000"/>
                    </a:solidFill>
                    <a:latin typeface="Calibri"/>
                  </a:rPr>
                  <a:t>Layer </a:t>
                </a:r>
                <a14:m>
                  <m:oMath xmlns:m="http://schemas.openxmlformats.org/officeDocument/2006/math">
                    <m:r>
                      <a:rPr lang="de-DE" b="0" i="1" spc="-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DE" i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09D51B-F1CD-A376-7CB2-3FFC0A3FE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46" y="399140"/>
                <a:ext cx="982765" cy="369332"/>
              </a:xfrm>
              <a:prstGeom prst="rect">
                <a:avLst/>
              </a:prstGeom>
              <a:blipFill>
                <a:blip r:embed="rId11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2608E3D-AC11-5644-B09A-E2B4327E5A95}"/>
                  </a:ext>
                </a:extLst>
              </p:cNvPr>
              <p:cNvSpPr txBox="1"/>
              <p:nvPr/>
            </p:nvSpPr>
            <p:spPr>
              <a:xfrm>
                <a:off x="377012" y="2409600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2608E3D-AC11-5644-B09A-E2B4327E5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12" y="2409600"/>
                <a:ext cx="244426" cy="276999"/>
              </a:xfrm>
              <a:prstGeom prst="rect">
                <a:avLst/>
              </a:prstGeom>
              <a:blipFill>
                <a:blip r:embed="rId12"/>
                <a:stretch>
                  <a:fillRect l="-150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89F4996-9EF3-6330-5B13-9A5F8234A148}"/>
                  </a:ext>
                </a:extLst>
              </p:cNvPr>
              <p:cNvSpPr txBox="1"/>
              <p:nvPr/>
            </p:nvSpPr>
            <p:spPr>
              <a:xfrm>
                <a:off x="100574" y="2172013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̆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89F4996-9EF3-6330-5B13-9A5F8234A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74" y="2172013"/>
                <a:ext cx="244426" cy="276999"/>
              </a:xfrm>
              <a:prstGeom prst="rect">
                <a:avLst/>
              </a:prstGeom>
              <a:blipFill>
                <a:blip r:embed="rId13"/>
                <a:stretch>
                  <a:fillRect l="-14634" t="-8696" r="-5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4399EDE-E6D8-2D9A-21B2-40105D4ACBA9}"/>
              </a:ext>
            </a:extLst>
          </p:cNvPr>
          <p:cNvCxnSpPr>
            <a:cxnSpLocks/>
          </p:cNvCxnSpPr>
          <p:nvPr/>
        </p:nvCxnSpPr>
        <p:spPr>
          <a:xfrm flipH="1">
            <a:off x="575655" y="2232064"/>
            <a:ext cx="231999" cy="241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6D18B18-728B-D419-5577-BAB866B15DAD}"/>
              </a:ext>
            </a:extLst>
          </p:cNvPr>
          <p:cNvCxnSpPr>
            <a:cxnSpLocks/>
          </p:cNvCxnSpPr>
          <p:nvPr/>
        </p:nvCxnSpPr>
        <p:spPr>
          <a:xfrm flipH="1">
            <a:off x="190259" y="1911642"/>
            <a:ext cx="231999" cy="241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141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2FF32-9154-DA7F-7E81-6A8CA6E2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F29BDA0-12D0-CA4D-791F-B3EFB8D43564}"/>
                  </a:ext>
                </a:extLst>
              </p:cNvPr>
              <p:cNvSpPr txBox="1"/>
              <p:nvPr/>
            </p:nvSpPr>
            <p:spPr>
              <a:xfrm>
                <a:off x="383362" y="61820"/>
                <a:ext cx="145153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pc="-1" dirty="0">
                    <a:solidFill>
                      <a:srgbClr val="000000"/>
                    </a:solidFill>
                    <a:latin typeface="Calibri"/>
                  </a:rPr>
                  <a:t>Layer </a:t>
                </a:r>
                <a14:m>
                  <m:oMath xmlns:m="http://schemas.openxmlformats.org/officeDocument/2006/math">
                    <m:r>
                      <a:rPr lang="de-DE" i="1" spc="-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pc="-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b="0" i="1" spc="-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F29BDA0-12D0-CA4D-791F-B3EFB8D43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62" y="61820"/>
                <a:ext cx="1451531" cy="369332"/>
              </a:xfrm>
              <a:prstGeom prst="rect">
                <a:avLst/>
              </a:prstGeom>
              <a:blipFill>
                <a:blip r:embed="rId2"/>
                <a:stretch>
                  <a:fillRect l="-2101" t="-8197" b="-2459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1B81D-CBEE-F3D0-501F-C9DF0A5A42C1}"/>
                  </a:ext>
                </a:extLst>
              </p:cNvPr>
              <p:cNvSpPr txBox="1"/>
              <p:nvPr/>
            </p:nvSpPr>
            <p:spPr>
              <a:xfrm>
                <a:off x="2343660" y="736850"/>
                <a:ext cx="4937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1B81D-CBEE-F3D0-501F-C9DF0A5A4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3660" y="736850"/>
                <a:ext cx="49372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543D5C8-1723-9CDA-A78A-3848A3C43773}"/>
                  </a:ext>
                </a:extLst>
              </p:cNvPr>
              <p:cNvSpPr txBox="1"/>
              <p:nvPr/>
            </p:nvSpPr>
            <p:spPr>
              <a:xfrm>
                <a:off x="731583" y="2490968"/>
                <a:ext cx="501356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543D5C8-1723-9CDA-A78A-3848A3C43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83" y="2490968"/>
                <a:ext cx="501356" cy="391261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A6573C-95B8-3F66-A872-BC327F3D78FD}"/>
              </a:ext>
            </a:extLst>
          </p:cNvPr>
          <p:cNvGraphicFramePr>
            <a:graphicFrameLocks noGrp="1"/>
          </p:cNvGraphicFramePr>
          <p:nvPr/>
        </p:nvGraphicFramePr>
        <p:xfrm>
          <a:off x="327376" y="488950"/>
          <a:ext cx="1457960" cy="149352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8825804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433762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05435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841057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42878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929676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80628409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1537655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1126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789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9127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90034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79087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83036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C9B9665-0F37-ECFE-C163-93FAEFFAD3AC}"/>
              </a:ext>
            </a:extLst>
          </p:cNvPr>
          <p:cNvGraphicFramePr>
            <a:graphicFrameLocks noGrp="1"/>
          </p:cNvGraphicFramePr>
          <p:nvPr/>
        </p:nvGraphicFramePr>
        <p:xfrm>
          <a:off x="760486" y="829531"/>
          <a:ext cx="1457960" cy="149352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8825804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433762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05435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841057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42878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929676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80628409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1537655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1126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789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9127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90034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79087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8303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E759082-167A-DE47-CD84-991719E1CCC0}"/>
                  </a:ext>
                </a:extLst>
              </p:cNvPr>
              <p:cNvSpPr txBox="1"/>
              <p:nvPr/>
            </p:nvSpPr>
            <p:spPr>
              <a:xfrm>
                <a:off x="1958233" y="2075927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E759082-167A-DE47-CD84-991719E1C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8233" y="2075927"/>
                <a:ext cx="301686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1B4FBC-8DA6-6990-813B-5A66D4B4C58B}"/>
                  </a:ext>
                </a:extLst>
              </p:cNvPr>
              <p:cNvSpPr txBox="1"/>
              <p:nvPr/>
            </p:nvSpPr>
            <p:spPr>
              <a:xfrm>
                <a:off x="1976386" y="1649735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1B4FBC-8DA6-6990-813B-5A66D4B4C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386" y="1649735"/>
                <a:ext cx="301686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6D3305-3E4B-2B67-DAE3-E3B6D13F9E22}"/>
                  </a:ext>
                </a:extLst>
              </p:cNvPr>
              <p:cNvSpPr txBox="1"/>
              <p:nvPr/>
            </p:nvSpPr>
            <p:spPr>
              <a:xfrm>
                <a:off x="1971704" y="1223543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6D3305-3E4B-2B67-DAE3-E3B6D13F9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704" y="1223543"/>
                <a:ext cx="301686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8787D77-8C5A-EE5C-6970-9BAC6859FB35}"/>
                  </a:ext>
                </a:extLst>
              </p:cNvPr>
              <p:cNvSpPr txBox="1"/>
              <p:nvPr/>
            </p:nvSpPr>
            <p:spPr>
              <a:xfrm>
                <a:off x="1971704" y="790711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8787D77-8C5A-EE5C-6970-9BAC6859F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704" y="790711"/>
                <a:ext cx="301686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7D1C33-77E4-D259-8767-B2FE04D72D12}"/>
                  </a:ext>
                </a:extLst>
              </p:cNvPr>
              <p:cNvSpPr txBox="1"/>
              <p:nvPr/>
            </p:nvSpPr>
            <p:spPr>
              <a:xfrm>
                <a:off x="1555683" y="2075927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7D1C33-77E4-D259-8767-B2FE04D72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683" y="2075927"/>
                <a:ext cx="301686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21F155-2FCC-CB8F-0840-D2BAB63A4C9C}"/>
                  </a:ext>
                </a:extLst>
              </p:cNvPr>
              <p:cNvSpPr txBox="1"/>
              <p:nvPr/>
            </p:nvSpPr>
            <p:spPr>
              <a:xfrm>
                <a:off x="691655" y="790800"/>
                <a:ext cx="3706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21F155-2FCC-CB8F-0840-D2BAB63A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655" y="790800"/>
                <a:ext cx="370614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B873FAD-92AD-783A-6A82-131F2EE02A8B}"/>
                  </a:ext>
                </a:extLst>
              </p:cNvPr>
              <p:cNvSpPr txBox="1"/>
              <p:nvPr/>
            </p:nvSpPr>
            <p:spPr>
              <a:xfrm>
                <a:off x="1853746" y="399140"/>
                <a:ext cx="9827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pc="-1" dirty="0">
                    <a:solidFill>
                      <a:srgbClr val="000000"/>
                    </a:solidFill>
                    <a:latin typeface="Calibri"/>
                  </a:rPr>
                  <a:t>Layer </a:t>
                </a:r>
                <a14:m>
                  <m:oMath xmlns:m="http://schemas.openxmlformats.org/officeDocument/2006/math">
                    <m:r>
                      <a:rPr lang="de-DE" b="0" i="1" spc="-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DE" i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B873FAD-92AD-783A-6A82-131F2EE02A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46" y="399140"/>
                <a:ext cx="982765" cy="369332"/>
              </a:xfrm>
              <a:prstGeom prst="rect">
                <a:avLst/>
              </a:prstGeom>
              <a:blipFill>
                <a:blip r:embed="rId11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27E2A3D-6F8F-3535-4779-D3A0423B957D}"/>
                  </a:ext>
                </a:extLst>
              </p:cNvPr>
              <p:cNvSpPr txBox="1"/>
              <p:nvPr/>
            </p:nvSpPr>
            <p:spPr>
              <a:xfrm>
                <a:off x="27676" y="2126054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27E2A3D-6F8F-3535-4779-D3A0423B9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6" y="2126054"/>
                <a:ext cx="244426" cy="276999"/>
              </a:xfrm>
              <a:prstGeom prst="rect">
                <a:avLst/>
              </a:prstGeom>
              <a:blipFill>
                <a:blip r:embed="rId12"/>
                <a:stretch>
                  <a:fillRect l="-15000" r="-15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E2BE37-8718-ECE5-0D7B-6BDF4B112606}"/>
                  </a:ext>
                </a:extLst>
              </p:cNvPr>
              <p:cNvSpPr txBox="1"/>
              <p:nvPr/>
            </p:nvSpPr>
            <p:spPr>
              <a:xfrm>
                <a:off x="422258" y="2491361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̆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</m:oMath>
                  </m:oMathPara>
                </a14:m>
                <a:endParaRPr lang="en-US" i="1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6E2BE37-8718-ECE5-0D7B-6BDF4B112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58" y="2491361"/>
                <a:ext cx="244426" cy="276999"/>
              </a:xfrm>
              <a:prstGeom prst="rect">
                <a:avLst/>
              </a:prstGeom>
              <a:blipFill>
                <a:blip r:embed="rId13"/>
                <a:stretch>
                  <a:fillRect l="-15000" t="-11111" r="-5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D315485-6373-B091-5F4D-B12135DE5579}"/>
              </a:ext>
            </a:extLst>
          </p:cNvPr>
          <p:cNvCxnSpPr>
            <a:cxnSpLocks/>
          </p:cNvCxnSpPr>
          <p:nvPr/>
        </p:nvCxnSpPr>
        <p:spPr>
          <a:xfrm flipH="1">
            <a:off x="575655" y="2232064"/>
            <a:ext cx="231999" cy="241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A11CFD8-A7FB-2353-6A06-832C565C434C}"/>
              </a:ext>
            </a:extLst>
          </p:cNvPr>
          <p:cNvCxnSpPr>
            <a:cxnSpLocks/>
          </p:cNvCxnSpPr>
          <p:nvPr/>
        </p:nvCxnSpPr>
        <p:spPr>
          <a:xfrm flipH="1">
            <a:off x="190259" y="1911642"/>
            <a:ext cx="231999" cy="241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A9BF0B07-9762-144D-9A4A-BFE15D18FDCD}"/>
              </a:ext>
            </a:extLst>
          </p:cNvPr>
          <p:cNvCxnSpPr>
            <a:cxnSpLocks/>
          </p:cNvCxnSpPr>
          <p:nvPr/>
        </p:nvCxnSpPr>
        <p:spPr>
          <a:xfrm flipV="1">
            <a:off x="1490296" y="1266093"/>
            <a:ext cx="0" cy="383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CCC27CB-8BE3-AC40-09C4-6762C1486808}"/>
              </a:ext>
            </a:extLst>
          </p:cNvPr>
          <p:cNvCxnSpPr>
            <a:cxnSpLocks/>
          </p:cNvCxnSpPr>
          <p:nvPr/>
        </p:nvCxnSpPr>
        <p:spPr>
          <a:xfrm rot="5400000" flipV="1">
            <a:off x="1593515" y="1408379"/>
            <a:ext cx="0" cy="383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A44A95AF-D9D8-DDAD-59C4-D2DE77ACC9CB}"/>
              </a:ext>
            </a:extLst>
          </p:cNvPr>
          <p:cNvSpPr/>
          <p:nvPr/>
        </p:nvSpPr>
        <p:spPr>
          <a:xfrm>
            <a:off x="1301262" y="1649735"/>
            <a:ext cx="320919" cy="177536"/>
          </a:xfrm>
          <a:prstGeom prst="rect">
            <a:avLst/>
          </a:prstGeom>
          <a:solidFill>
            <a:schemeClr val="bg1"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F53DB94-1EE5-D241-90F6-EF4F14449790}"/>
                  </a:ext>
                </a:extLst>
              </p:cNvPr>
              <p:cNvSpPr txBox="1"/>
              <p:nvPr/>
            </p:nvSpPr>
            <p:spPr>
              <a:xfrm>
                <a:off x="1202675" y="1614822"/>
                <a:ext cx="518091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100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11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F53DB94-1EE5-D241-90F6-EF4F1444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675" y="1614822"/>
                <a:ext cx="518091" cy="261610"/>
              </a:xfrm>
              <a:prstGeom prst="rect">
                <a:avLst/>
              </a:prstGeom>
              <a:blipFill>
                <a:blip r:embed="rId1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1D3CE8D-8AAA-1F7C-D749-9DC68FB45357}"/>
              </a:ext>
            </a:extLst>
          </p:cNvPr>
          <p:cNvCxnSpPr>
            <a:cxnSpLocks/>
            <a:endCxn id="5" idx="1"/>
          </p:cNvCxnSpPr>
          <p:nvPr/>
        </p:nvCxnSpPr>
        <p:spPr>
          <a:xfrm flipH="1" flipV="1">
            <a:off x="2343660" y="921516"/>
            <a:ext cx="1468" cy="1285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14">
                <a:extLst>
                  <a:ext uri="{FF2B5EF4-FFF2-40B4-BE49-F238E27FC236}">
                    <a16:creationId xmlns:a16="http://schemas.microsoft.com/office/drawing/2014/main" id="{C38DE311-79A3-F96B-EA1B-C36375616E85}"/>
                  </a:ext>
                </a:extLst>
              </p:cNvPr>
              <p:cNvSpPr txBox="1"/>
              <p:nvPr/>
            </p:nvSpPr>
            <p:spPr>
              <a:xfrm>
                <a:off x="2332246" y="2136986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14">
                <a:extLst>
                  <a:ext uri="{FF2B5EF4-FFF2-40B4-BE49-F238E27FC236}">
                    <a16:creationId xmlns:a16="http://schemas.microsoft.com/office/drawing/2014/main" id="{C38DE311-79A3-F96B-EA1B-C36375616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2246" y="2136986"/>
                <a:ext cx="301686" cy="2616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AD6542-4D11-8851-0635-62BDDC7ABC6E}"/>
              </a:ext>
            </a:extLst>
          </p:cNvPr>
          <p:cNvCxnSpPr>
            <a:cxnSpLocks/>
          </p:cNvCxnSpPr>
          <p:nvPr/>
        </p:nvCxnSpPr>
        <p:spPr>
          <a:xfrm flipH="1">
            <a:off x="839665" y="2473182"/>
            <a:ext cx="12828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14">
                <a:extLst>
                  <a:ext uri="{FF2B5EF4-FFF2-40B4-BE49-F238E27FC236}">
                    <a16:creationId xmlns:a16="http://schemas.microsoft.com/office/drawing/2014/main" id="{B7E23A29-A6A7-527A-3F84-A0BFEA9BDC1D}"/>
                  </a:ext>
                </a:extLst>
              </p:cNvPr>
              <p:cNvSpPr txBox="1"/>
              <p:nvPr/>
            </p:nvSpPr>
            <p:spPr>
              <a:xfrm>
                <a:off x="1958233" y="2520083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8" name="TextBox 14">
                <a:extLst>
                  <a:ext uri="{FF2B5EF4-FFF2-40B4-BE49-F238E27FC236}">
                    <a16:creationId xmlns:a16="http://schemas.microsoft.com/office/drawing/2014/main" id="{B7E23A29-A6A7-527A-3F84-A0BFEA9BD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8233" y="2520083"/>
                <a:ext cx="301686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4401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7DA1AC0C-F90D-32E4-A249-646244F0B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778758"/>
              </p:ext>
            </p:extLst>
          </p:nvPr>
        </p:nvGraphicFramePr>
        <p:xfrm>
          <a:off x="478687" y="512859"/>
          <a:ext cx="1457960" cy="149352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8825804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433762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05435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841057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42878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929676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80628409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1537655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1126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789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9127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90034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79087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8303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2176D1-3B71-38E0-2995-C913003347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0249618"/>
              </p:ext>
            </p:extLst>
          </p:nvPr>
        </p:nvGraphicFramePr>
        <p:xfrm>
          <a:off x="1030491" y="1029284"/>
          <a:ext cx="1457960" cy="149352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8825804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433762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05435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8410575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428788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929676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80628409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1537655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11268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789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9127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90034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79087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1pPr>
                      <a:lvl2pPr marL="15302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2pPr>
                      <a:lvl3pPr marL="306050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3pPr>
                      <a:lvl4pPr marL="459075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4pPr>
                      <a:lvl5pPr marL="6120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5pPr>
                      <a:lvl6pPr marL="76512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6pPr>
                      <a:lvl7pPr marL="91814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7pPr>
                      <a:lvl8pPr marL="1071174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8pPr>
                      <a:lvl9pPr marL="1224199" algn="l" defTabSz="306050" rtl="0" eaLnBrk="1" latinLnBrk="0" hangingPunct="1">
                        <a:defRPr sz="602" kern="1200">
                          <a:solidFill>
                            <a:schemeClr val="tx1"/>
                          </a:solidFill>
                          <a:latin typeface="Arial"/>
                          <a:ea typeface="DejaVu Sans"/>
                          <a:cs typeface="DejaVu Sans"/>
                        </a:defRPr>
                      </a:lvl9pPr>
                    </a:lstStyle>
                    <a:p>
                      <a:endParaRPr lang="LID4096" sz="80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830362"/>
                  </a:ext>
                </a:extLst>
              </a:tr>
            </a:tbl>
          </a:graphicData>
        </a:graphic>
      </p:graphicFrame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F9592C5-EC1A-000E-2713-5B67EB9558E4}"/>
              </a:ext>
            </a:extLst>
          </p:cNvPr>
          <p:cNvCxnSpPr/>
          <p:nvPr/>
        </p:nvCxnSpPr>
        <p:spPr>
          <a:xfrm>
            <a:off x="381385" y="606378"/>
            <a:ext cx="0" cy="360984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A80E70-2B23-19D4-92EB-F9212F893BDE}"/>
                  </a:ext>
                </a:extLst>
              </p:cNvPr>
              <p:cNvSpPr txBox="1"/>
              <p:nvPr/>
            </p:nvSpPr>
            <p:spPr>
              <a:xfrm>
                <a:off x="0" y="550139"/>
                <a:ext cx="4439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A80E70-2B23-19D4-92EB-F9212F893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50139"/>
                <a:ext cx="44396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074B623-6D6E-DC6A-B331-FC2568A00C88}"/>
              </a:ext>
            </a:extLst>
          </p:cNvPr>
          <p:cNvCxnSpPr>
            <a:cxnSpLocks/>
          </p:cNvCxnSpPr>
          <p:nvPr/>
        </p:nvCxnSpPr>
        <p:spPr>
          <a:xfrm rot="5400000">
            <a:off x="783649" y="194662"/>
            <a:ext cx="0" cy="360984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0501BB0-9A8E-3314-791A-E3AAF4740B30}"/>
                  </a:ext>
                </a:extLst>
              </p:cNvPr>
              <p:cNvSpPr txBox="1"/>
              <p:nvPr/>
            </p:nvSpPr>
            <p:spPr>
              <a:xfrm>
                <a:off x="545666" y="-27098"/>
                <a:ext cx="449482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0501BB0-9A8E-3314-791A-E3AAF4740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66" y="-27098"/>
                <a:ext cx="449482" cy="391261"/>
              </a:xfrm>
              <a:prstGeom prst="rect">
                <a:avLst/>
              </a:prstGeom>
              <a:blipFill>
                <a:blip r:embed="rId3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B28154-E258-EBCE-CD04-2A5AC2423A72}"/>
              </a:ext>
            </a:extLst>
          </p:cNvPr>
          <p:cNvCxnSpPr>
            <a:cxnSpLocks/>
          </p:cNvCxnSpPr>
          <p:nvPr/>
        </p:nvCxnSpPr>
        <p:spPr>
          <a:xfrm>
            <a:off x="562798" y="1918517"/>
            <a:ext cx="555512" cy="509919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88270DA-6850-042A-1463-7A891A1542A6}"/>
                  </a:ext>
                </a:extLst>
              </p:cNvPr>
              <p:cNvSpPr txBox="1"/>
              <p:nvPr/>
            </p:nvSpPr>
            <p:spPr>
              <a:xfrm>
                <a:off x="204724" y="2035613"/>
                <a:ext cx="759247" cy="394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 dirty="0">
                              <a:latin typeface="Cambria Math" panose="02040503050406030204" pitchFamily="18" charset="0"/>
                            </a:rPr>
                            <m:t>layer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88270DA-6850-042A-1463-7A891A154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24" y="2035613"/>
                <a:ext cx="759247" cy="394852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A9ADEC5-4FA4-C53D-BD42-6B6B02C202E3}"/>
              </a:ext>
            </a:extLst>
          </p:cNvPr>
          <p:cNvCxnSpPr>
            <a:cxnSpLocks/>
          </p:cNvCxnSpPr>
          <p:nvPr/>
        </p:nvCxnSpPr>
        <p:spPr>
          <a:xfrm>
            <a:off x="2567693" y="1028795"/>
            <a:ext cx="0" cy="216233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E03F795-7AC5-C5B3-8021-3B6B62D86BA0}"/>
                  </a:ext>
                </a:extLst>
              </p:cNvPr>
              <p:cNvSpPr txBox="1"/>
              <p:nvPr/>
            </p:nvSpPr>
            <p:spPr>
              <a:xfrm>
                <a:off x="2567693" y="941756"/>
                <a:ext cx="477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E03F795-7AC5-C5B3-8021-3B6B62D86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693" y="941756"/>
                <a:ext cx="47763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CE8CF22-3AF4-89D4-13DC-A51205158832}"/>
              </a:ext>
            </a:extLst>
          </p:cNvPr>
          <p:cNvCxnSpPr>
            <a:cxnSpLocks/>
          </p:cNvCxnSpPr>
          <p:nvPr/>
        </p:nvCxnSpPr>
        <p:spPr>
          <a:xfrm flipH="1" flipV="1">
            <a:off x="2269759" y="958002"/>
            <a:ext cx="247959" cy="455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0EA1FBF-DE92-7BC8-315B-F326E48AE05D}"/>
                  </a:ext>
                </a:extLst>
              </p:cNvPr>
              <p:cNvSpPr txBox="1"/>
              <p:nvPr/>
            </p:nvSpPr>
            <p:spPr>
              <a:xfrm>
                <a:off x="2203765" y="517131"/>
                <a:ext cx="485261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e-DE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0EA1FBF-DE92-7BC8-315B-F326E48AE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3765" y="517131"/>
                <a:ext cx="485261" cy="391261"/>
              </a:xfrm>
              <a:prstGeom prst="rect">
                <a:avLst/>
              </a:prstGeom>
              <a:blipFill>
                <a:blip r:embed="rId6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14">
                <a:extLst>
                  <a:ext uri="{FF2B5EF4-FFF2-40B4-BE49-F238E27FC236}">
                    <a16:creationId xmlns:a16="http://schemas.microsoft.com/office/drawing/2014/main" id="{28B8D4D3-168D-2698-B765-7D8ECBE40E80}"/>
                  </a:ext>
                </a:extLst>
              </p:cNvPr>
              <p:cNvSpPr txBox="1"/>
              <p:nvPr/>
            </p:nvSpPr>
            <p:spPr>
              <a:xfrm>
                <a:off x="2216756" y="2292009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" name="TextBox 14">
                <a:extLst>
                  <a:ext uri="{FF2B5EF4-FFF2-40B4-BE49-F238E27FC236}">
                    <a16:creationId xmlns:a16="http://schemas.microsoft.com/office/drawing/2014/main" id="{28B8D4D3-168D-2698-B765-7D8ECBE40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756" y="2292009"/>
                <a:ext cx="301686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15">
                <a:extLst>
                  <a:ext uri="{FF2B5EF4-FFF2-40B4-BE49-F238E27FC236}">
                    <a16:creationId xmlns:a16="http://schemas.microsoft.com/office/drawing/2014/main" id="{8BB0392C-C7BD-2F13-E284-73587DE2405F}"/>
                  </a:ext>
                </a:extLst>
              </p:cNvPr>
              <p:cNvSpPr txBox="1"/>
              <p:nvPr/>
            </p:nvSpPr>
            <p:spPr>
              <a:xfrm>
                <a:off x="2234909" y="1865817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4" name="TextBox 15">
                <a:extLst>
                  <a:ext uri="{FF2B5EF4-FFF2-40B4-BE49-F238E27FC236}">
                    <a16:creationId xmlns:a16="http://schemas.microsoft.com/office/drawing/2014/main" id="{8BB0392C-C7BD-2F13-E284-73587DE24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4909" y="1865817"/>
                <a:ext cx="301686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17">
                <a:extLst>
                  <a:ext uri="{FF2B5EF4-FFF2-40B4-BE49-F238E27FC236}">
                    <a16:creationId xmlns:a16="http://schemas.microsoft.com/office/drawing/2014/main" id="{79088A7E-3DE3-CE6D-7AA4-B35CEA268256}"/>
                  </a:ext>
                </a:extLst>
              </p:cNvPr>
              <p:cNvSpPr txBox="1"/>
              <p:nvPr/>
            </p:nvSpPr>
            <p:spPr>
              <a:xfrm>
                <a:off x="2230227" y="1439625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5" name="TextBox 17">
                <a:extLst>
                  <a:ext uri="{FF2B5EF4-FFF2-40B4-BE49-F238E27FC236}">
                    <a16:creationId xmlns:a16="http://schemas.microsoft.com/office/drawing/2014/main" id="{79088A7E-3DE3-CE6D-7AA4-B35CEA2682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227" y="1439625"/>
                <a:ext cx="301686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18">
                <a:extLst>
                  <a:ext uri="{FF2B5EF4-FFF2-40B4-BE49-F238E27FC236}">
                    <a16:creationId xmlns:a16="http://schemas.microsoft.com/office/drawing/2014/main" id="{3EB2668B-1EA4-25C5-8D05-002F148908E9}"/>
                  </a:ext>
                </a:extLst>
              </p:cNvPr>
              <p:cNvSpPr txBox="1"/>
              <p:nvPr/>
            </p:nvSpPr>
            <p:spPr>
              <a:xfrm>
                <a:off x="2230227" y="1006793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7" name="TextBox 18">
                <a:extLst>
                  <a:ext uri="{FF2B5EF4-FFF2-40B4-BE49-F238E27FC236}">
                    <a16:creationId xmlns:a16="http://schemas.microsoft.com/office/drawing/2014/main" id="{3EB2668B-1EA4-25C5-8D05-002F14890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227" y="1006793"/>
                <a:ext cx="301686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19">
                <a:extLst>
                  <a:ext uri="{FF2B5EF4-FFF2-40B4-BE49-F238E27FC236}">
                    <a16:creationId xmlns:a16="http://schemas.microsoft.com/office/drawing/2014/main" id="{DBF4D98D-CAE0-3FA2-0D4C-EF25ABA2548A}"/>
                  </a:ext>
                </a:extLst>
              </p:cNvPr>
              <p:cNvSpPr txBox="1"/>
              <p:nvPr/>
            </p:nvSpPr>
            <p:spPr>
              <a:xfrm>
                <a:off x="1814206" y="2292009"/>
                <a:ext cx="30168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8" name="TextBox 19">
                <a:extLst>
                  <a:ext uri="{FF2B5EF4-FFF2-40B4-BE49-F238E27FC236}">
                    <a16:creationId xmlns:a16="http://schemas.microsoft.com/office/drawing/2014/main" id="{DBF4D98D-CAE0-3FA2-0D4C-EF25ABA25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4206" y="2292009"/>
                <a:ext cx="301686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33">
            <a:extLst>
              <a:ext uri="{FF2B5EF4-FFF2-40B4-BE49-F238E27FC236}">
                <a16:creationId xmlns:a16="http://schemas.microsoft.com/office/drawing/2014/main" id="{D26A25EF-7119-0A76-E936-05E385EB99C5}"/>
              </a:ext>
            </a:extLst>
          </p:cNvPr>
          <p:cNvCxnSpPr>
            <a:cxnSpLocks/>
          </p:cNvCxnSpPr>
          <p:nvPr/>
        </p:nvCxnSpPr>
        <p:spPr>
          <a:xfrm>
            <a:off x="597694" y="1041590"/>
            <a:ext cx="530067" cy="1364908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D5165C1B-8782-8C6A-65FB-3A8FAE0856AB}"/>
              </a:ext>
            </a:extLst>
          </p:cNvPr>
          <p:cNvSpPr/>
          <p:nvPr/>
        </p:nvSpPr>
        <p:spPr>
          <a:xfrm>
            <a:off x="512080" y="971987"/>
            <a:ext cx="137949" cy="14507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1752FAA-8E25-3933-CFF4-0DA954B1BFDA}"/>
              </a:ext>
            </a:extLst>
          </p:cNvPr>
          <p:cNvSpPr/>
          <p:nvPr/>
        </p:nvSpPr>
        <p:spPr>
          <a:xfrm>
            <a:off x="1069675" y="2349369"/>
            <a:ext cx="137949" cy="14507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14">
                <a:extLst>
                  <a:ext uri="{FF2B5EF4-FFF2-40B4-BE49-F238E27FC236}">
                    <a16:creationId xmlns:a16="http://schemas.microsoft.com/office/drawing/2014/main" id="{08EADC4B-7FAD-7463-0AEE-1683278599A2}"/>
                  </a:ext>
                </a:extLst>
              </p:cNvPr>
              <p:cNvSpPr txBox="1"/>
              <p:nvPr/>
            </p:nvSpPr>
            <p:spPr>
              <a:xfrm>
                <a:off x="951249" y="2292008"/>
                <a:ext cx="3706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11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9" name="TextBox 14">
                <a:extLst>
                  <a:ext uri="{FF2B5EF4-FFF2-40B4-BE49-F238E27FC236}">
                    <a16:creationId xmlns:a16="http://schemas.microsoft.com/office/drawing/2014/main" id="{08EADC4B-7FAD-7463-0AEE-168327859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49" y="2292008"/>
                <a:ext cx="370614" cy="2616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14">
                <a:extLst>
                  <a:ext uri="{FF2B5EF4-FFF2-40B4-BE49-F238E27FC236}">
                    <a16:creationId xmlns:a16="http://schemas.microsoft.com/office/drawing/2014/main" id="{EAA9B762-60A7-1BBD-CB40-6CEDFBF4F9F1}"/>
                  </a:ext>
                </a:extLst>
              </p:cNvPr>
              <p:cNvSpPr txBox="1"/>
              <p:nvPr/>
            </p:nvSpPr>
            <p:spPr>
              <a:xfrm>
                <a:off x="392157" y="912017"/>
                <a:ext cx="3706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100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1100" b="0" i="1" dirty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10" name="TextBox 14">
                <a:extLst>
                  <a:ext uri="{FF2B5EF4-FFF2-40B4-BE49-F238E27FC236}">
                    <a16:creationId xmlns:a16="http://schemas.microsoft.com/office/drawing/2014/main" id="{EAA9B762-60A7-1BBD-CB40-6CEDFBF4F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157" y="912017"/>
                <a:ext cx="370614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6C70C08-0504-40F5-4D8B-0E645162CB18}"/>
              </a:ext>
            </a:extLst>
          </p:cNvPr>
          <p:cNvGrpSpPr/>
          <p:nvPr/>
        </p:nvGrpSpPr>
        <p:grpSpPr>
          <a:xfrm>
            <a:off x="730344" y="1318471"/>
            <a:ext cx="794833" cy="381515"/>
            <a:chOff x="681480" y="1464765"/>
            <a:chExt cx="794833" cy="38151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BD2843-E24A-09CD-6894-641771B4260F}"/>
                </a:ext>
              </a:extLst>
            </p:cNvPr>
            <p:cNvSpPr/>
            <p:nvPr/>
          </p:nvSpPr>
          <p:spPr>
            <a:xfrm>
              <a:off x="789515" y="1519471"/>
              <a:ext cx="619759" cy="246715"/>
            </a:xfrm>
            <a:prstGeom prst="rect">
              <a:avLst/>
            </a:prstGeom>
            <a:solidFill>
              <a:schemeClr val="bg1">
                <a:alpha val="5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36">
                  <a:extLst>
                    <a:ext uri="{FF2B5EF4-FFF2-40B4-BE49-F238E27FC236}">
                      <a16:creationId xmlns:a16="http://schemas.microsoft.com/office/drawing/2014/main" id="{9F472B1C-D934-0B26-7BFB-4A8EC31A2ABB}"/>
                    </a:ext>
                  </a:extLst>
                </p:cNvPr>
                <p:cNvSpPr txBox="1"/>
                <p:nvPr/>
              </p:nvSpPr>
              <p:spPr>
                <a:xfrm>
                  <a:off x="681480" y="1464765"/>
                  <a:ext cx="794833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GB" b="0" i="1" dirty="0" smtClean="0">
                                <a:latin typeface="Cambria Math" panose="02040503050406030204" pitchFamily="18" charset="0"/>
                              </a:rPr>
                              <m:t>13,15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1" name="TextBox 36">
                  <a:extLst>
                    <a:ext uri="{FF2B5EF4-FFF2-40B4-BE49-F238E27FC236}">
                      <a16:creationId xmlns:a16="http://schemas.microsoft.com/office/drawing/2014/main" id="{9F472B1C-D934-0B26-7BFB-4A8EC31A2A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480" y="1464765"/>
                  <a:ext cx="794833" cy="38151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Bogen 23">
            <a:extLst>
              <a:ext uri="{FF2B5EF4-FFF2-40B4-BE49-F238E27FC236}">
                <a16:creationId xmlns:a16="http://schemas.microsoft.com/office/drawing/2014/main" id="{456EF5F9-11DD-03A5-A669-42F3865E3E7F}"/>
              </a:ext>
            </a:extLst>
          </p:cNvPr>
          <p:cNvSpPr/>
          <p:nvPr/>
        </p:nvSpPr>
        <p:spPr>
          <a:xfrm>
            <a:off x="904771" y="2124146"/>
            <a:ext cx="213361" cy="203285"/>
          </a:xfrm>
          <a:prstGeom prst="arc">
            <a:avLst>
              <a:gd name="adj1" fmla="val 11041278"/>
              <a:gd name="adj2" fmla="val 1615650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1681D356-7688-9F4E-5053-1BED90E5AF98}"/>
              </a:ext>
            </a:extLst>
          </p:cNvPr>
          <p:cNvSpPr/>
          <p:nvPr/>
        </p:nvSpPr>
        <p:spPr>
          <a:xfrm>
            <a:off x="796669" y="1973376"/>
            <a:ext cx="137949" cy="14507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7E5C7AA-F36E-B4EA-B3D5-D33ABF9C12E7}"/>
                  </a:ext>
                </a:extLst>
              </p:cNvPr>
              <p:cNvSpPr txBox="1"/>
              <p:nvPr/>
            </p:nvSpPr>
            <p:spPr>
              <a:xfrm>
                <a:off x="788599" y="1906579"/>
                <a:ext cx="1611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DE" dirty="0"/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7E5C7AA-F36E-B4EA-B3D5-D33ABF9C1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599" y="1906579"/>
                <a:ext cx="161198" cy="276999"/>
              </a:xfrm>
              <a:prstGeom prst="rect">
                <a:avLst/>
              </a:prstGeom>
              <a:blipFill>
                <a:blip r:embed="rId15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323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57</Words>
  <Application>Microsoft Office PowerPoint</Application>
  <PresentationFormat>Benutzerdefiniert</PresentationFormat>
  <Paragraphs>41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 Math</vt:lpstr>
      <vt:lpstr>Office Theme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10</cp:revision>
  <dcterms:created xsi:type="dcterms:W3CDTF">2025-02-28T09:37:46Z</dcterms:created>
  <dcterms:modified xsi:type="dcterms:W3CDTF">2026-02-10T09:07:01Z</dcterms:modified>
</cp:coreProperties>
</file>