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96" r:id="rId1"/>
  </p:sldMasterIdLst>
  <p:sldIdLst>
    <p:sldId id="257" r:id="rId2"/>
    <p:sldId id="256" r:id="rId3"/>
  </p:sldIdLst>
  <p:sldSz cx="6400800" cy="360045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134" userDrawn="1">
          <p15:clr>
            <a:srgbClr val="A4A3A4"/>
          </p15:clr>
        </p15:guide>
        <p15:guide id="2" pos="2016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3F6EC3"/>
    <a:srgbClr val="DAE3F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381" autoAdjust="0"/>
    <p:restoredTop sz="94660"/>
  </p:normalViewPr>
  <p:slideViewPr>
    <p:cSldViewPr snapToGrid="0" showGuides="1">
      <p:cViewPr>
        <p:scale>
          <a:sx n="125" d="100"/>
          <a:sy n="125" d="100"/>
        </p:scale>
        <p:origin x="2436" y="1188"/>
      </p:cViewPr>
      <p:guideLst>
        <p:guide orient="horz" pos="1134"/>
        <p:guide pos="2016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800100" y="589241"/>
            <a:ext cx="4800600" cy="1253490"/>
          </a:xfrm>
        </p:spPr>
        <p:txBody>
          <a:bodyPr anchor="b"/>
          <a:lstStyle>
            <a:lvl1pPr algn="ctr"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800100" y="1891070"/>
            <a:ext cx="4800600" cy="869275"/>
          </a:xfrm>
        </p:spPr>
        <p:txBody>
          <a:bodyPr/>
          <a:lstStyle>
            <a:lvl1pPr marL="0" indent="0" algn="ctr">
              <a:buNone/>
              <a:defRPr sz="1260"/>
            </a:lvl1pPr>
            <a:lvl2pPr marL="240030" indent="0" algn="ctr">
              <a:buNone/>
              <a:defRPr sz="1050"/>
            </a:lvl2pPr>
            <a:lvl3pPr marL="480060" indent="0" algn="ctr">
              <a:buNone/>
              <a:defRPr sz="945"/>
            </a:lvl3pPr>
            <a:lvl4pPr marL="720090" indent="0" algn="ctr">
              <a:buNone/>
              <a:defRPr sz="840"/>
            </a:lvl4pPr>
            <a:lvl5pPr marL="960120" indent="0" algn="ctr">
              <a:buNone/>
              <a:defRPr sz="840"/>
            </a:lvl5pPr>
            <a:lvl6pPr marL="1200150" indent="0" algn="ctr">
              <a:buNone/>
              <a:defRPr sz="840"/>
            </a:lvl6pPr>
            <a:lvl7pPr marL="1440180" indent="0" algn="ctr">
              <a:buNone/>
              <a:defRPr sz="840"/>
            </a:lvl7pPr>
            <a:lvl8pPr marL="1680210" indent="0" algn="ctr">
              <a:buNone/>
              <a:defRPr sz="840"/>
            </a:lvl8pPr>
            <a:lvl9pPr marL="1920240" indent="0" algn="ctr">
              <a:buNone/>
              <a:defRPr sz="8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1013859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1627193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6721" y="897613"/>
            <a:ext cx="5520690" cy="1497687"/>
          </a:xfrm>
        </p:spPr>
        <p:txBody>
          <a:bodyPr anchor="b"/>
          <a:lstStyle>
            <a:lvl1pPr>
              <a:defRPr sz="315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36721" y="2409468"/>
            <a:ext cx="5520690" cy="787598"/>
          </a:xfrm>
        </p:spPr>
        <p:txBody>
          <a:bodyPr/>
          <a:lstStyle>
            <a:lvl1pPr marL="0" indent="0">
              <a:buNone/>
              <a:defRPr sz="1260">
                <a:solidFill>
                  <a:schemeClr val="tx1">
                    <a:tint val="82000"/>
                  </a:schemeClr>
                </a:solidFill>
              </a:defRPr>
            </a:lvl1pPr>
            <a:lvl2pPr marL="240030" indent="0">
              <a:buNone/>
              <a:defRPr sz="1050">
                <a:solidFill>
                  <a:schemeClr val="tx1">
                    <a:tint val="82000"/>
                  </a:schemeClr>
                </a:solidFill>
              </a:defRPr>
            </a:lvl2pPr>
            <a:lvl3pPr marL="480060" indent="0">
              <a:buNone/>
              <a:defRPr sz="945">
                <a:solidFill>
                  <a:schemeClr val="tx1">
                    <a:tint val="82000"/>
                  </a:schemeClr>
                </a:solidFill>
              </a:defRPr>
            </a:lvl3pPr>
            <a:lvl4pPr marL="72009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4pPr>
            <a:lvl5pPr marL="96012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5pPr>
            <a:lvl6pPr marL="120015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6pPr>
            <a:lvl7pPr marL="144018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7pPr>
            <a:lvl8pPr marL="168021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8pPr>
            <a:lvl9pPr marL="1920240" indent="0">
              <a:buNone/>
              <a:defRPr sz="8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97106903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40055" y="958453"/>
            <a:ext cx="2720340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240405" y="958453"/>
            <a:ext cx="2720340" cy="228445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7217358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191691"/>
            <a:ext cx="5520690" cy="695921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889" y="882610"/>
            <a:ext cx="2707838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40889" y="1315164"/>
            <a:ext cx="2707838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240405" y="882610"/>
            <a:ext cx="2721174" cy="432554"/>
          </a:xfrm>
        </p:spPr>
        <p:txBody>
          <a:bodyPr anchor="b"/>
          <a:lstStyle>
            <a:lvl1pPr marL="0" indent="0">
              <a:buNone/>
              <a:defRPr sz="1260" b="1"/>
            </a:lvl1pPr>
            <a:lvl2pPr marL="240030" indent="0">
              <a:buNone/>
              <a:defRPr sz="1050" b="1"/>
            </a:lvl2pPr>
            <a:lvl3pPr marL="480060" indent="0">
              <a:buNone/>
              <a:defRPr sz="945" b="1"/>
            </a:lvl3pPr>
            <a:lvl4pPr marL="720090" indent="0">
              <a:buNone/>
              <a:defRPr sz="840" b="1"/>
            </a:lvl4pPr>
            <a:lvl5pPr marL="960120" indent="0">
              <a:buNone/>
              <a:defRPr sz="840" b="1"/>
            </a:lvl5pPr>
            <a:lvl6pPr marL="1200150" indent="0">
              <a:buNone/>
              <a:defRPr sz="840" b="1"/>
            </a:lvl6pPr>
            <a:lvl7pPr marL="1440180" indent="0">
              <a:buNone/>
              <a:defRPr sz="840" b="1"/>
            </a:lvl7pPr>
            <a:lvl8pPr marL="1680210" indent="0">
              <a:buNone/>
              <a:defRPr sz="840" b="1"/>
            </a:lvl8pPr>
            <a:lvl9pPr marL="1920240" indent="0">
              <a:buNone/>
              <a:defRPr sz="8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240405" y="1315164"/>
            <a:ext cx="2721174" cy="193440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17537415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8453866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365893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0030"/>
            <a:ext cx="206442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721174" y="518398"/>
            <a:ext cx="3240405" cy="2558653"/>
          </a:xfrm>
        </p:spPr>
        <p:txBody>
          <a:bodyPr/>
          <a:lstStyle>
            <a:lvl1pPr>
              <a:defRPr sz="1680"/>
            </a:lvl1pPr>
            <a:lvl2pPr>
              <a:defRPr sz="1470"/>
            </a:lvl2pPr>
            <a:lvl3pPr>
              <a:defRPr sz="1260"/>
            </a:lvl3pPr>
            <a:lvl4pPr>
              <a:defRPr sz="1050"/>
            </a:lvl4pPr>
            <a:lvl5pPr>
              <a:defRPr sz="1050"/>
            </a:lvl5pPr>
            <a:lvl6pPr>
              <a:defRPr sz="1050"/>
            </a:lvl6pPr>
            <a:lvl7pPr>
              <a:defRPr sz="1050"/>
            </a:lvl7pPr>
            <a:lvl8pPr>
              <a:defRPr sz="1050"/>
            </a:lvl8pPr>
            <a:lvl9pPr>
              <a:defRPr sz="10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80135"/>
            <a:ext cx="206442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5375486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0889" y="240030"/>
            <a:ext cx="2064424" cy="840105"/>
          </a:xfrm>
        </p:spPr>
        <p:txBody>
          <a:bodyPr anchor="b"/>
          <a:lstStyle>
            <a:lvl1pPr>
              <a:defRPr sz="16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721174" y="518398"/>
            <a:ext cx="3240405" cy="2558653"/>
          </a:xfrm>
        </p:spPr>
        <p:txBody>
          <a:bodyPr anchor="t"/>
          <a:lstStyle>
            <a:lvl1pPr marL="0" indent="0">
              <a:buNone/>
              <a:defRPr sz="1680"/>
            </a:lvl1pPr>
            <a:lvl2pPr marL="240030" indent="0">
              <a:buNone/>
              <a:defRPr sz="1470"/>
            </a:lvl2pPr>
            <a:lvl3pPr marL="480060" indent="0">
              <a:buNone/>
              <a:defRPr sz="1260"/>
            </a:lvl3pPr>
            <a:lvl4pPr marL="720090" indent="0">
              <a:buNone/>
              <a:defRPr sz="1050"/>
            </a:lvl4pPr>
            <a:lvl5pPr marL="960120" indent="0">
              <a:buNone/>
              <a:defRPr sz="1050"/>
            </a:lvl5pPr>
            <a:lvl6pPr marL="1200150" indent="0">
              <a:buNone/>
              <a:defRPr sz="1050"/>
            </a:lvl6pPr>
            <a:lvl7pPr marL="1440180" indent="0">
              <a:buNone/>
              <a:defRPr sz="1050"/>
            </a:lvl7pPr>
            <a:lvl8pPr marL="1680210" indent="0">
              <a:buNone/>
              <a:defRPr sz="1050"/>
            </a:lvl8pPr>
            <a:lvl9pPr marL="1920240" indent="0">
              <a:buNone/>
              <a:defRPr sz="105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40889" y="1080135"/>
            <a:ext cx="2064424" cy="2001084"/>
          </a:xfrm>
        </p:spPr>
        <p:txBody>
          <a:bodyPr/>
          <a:lstStyle>
            <a:lvl1pPr marL="0" indent="0">
              <a:buNone/>
              <a:defRPr sz="840"/>
            </a:lvl1pPr>
            <a:lvl2pPr marL="240030" indent="0">
              <a:buNone/>
              <a:defRPr sz="735"/>
            </a:lvl2pPr>
            <a:lvl3pPr marL="480060" indent="0">
              <a:buNone/>
              <a:defRPr sz="630"/>
            </a:lvl3pPr>
            <a:lvl4pPr marL="720090" indent="0">
              <a:buNone/>
              <a:defRPr sz="525"/>
            </a:lvl4pPr>
            <a:lvl5pPr marL="960120" indent="0">
              <a:buNone/>
              <a:defRPr sz="525"/>
            </a:lvl5pPr>
            <a:lvl6pPr marL="1200150" indent="0">
              <a:buNone/>
              <a:defRPr sz="525"/>
            </a:lvl6pPr>
            <a:lvl7pPr marL="1440180" indent="0">
              <a:buNone/>
              <a:defRPr sz="525"/>
            </a:lvl7pPr>
            <a:lvl8pPr marL="1680210" indent="0">
              <a:buNone/>
              <a:defRPr sz="525"/>
            </a:lvl8pPr>
            <a:lvl9pPr marL="1920240" indent="0">
              <a:buNone/>
              <a:defRPr sz="52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30114890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403189990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4580572" y="191691"/>
            <a:ext cx="1380173" cy="3051215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40055" y="191691"/>
            <a:ext cx="4060508" cy="305121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7625856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40055" y="191691"/>
            <a:ext cx="5520690" cy="69592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40055" y="958453"/>
            <a:ext cx="5520690" cy="228445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40055" y="3337084"/>
            <a:ext cx="144018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95AB915-DB53-41BD-A85E-FD7AC785D22D}" type="datetimeFigureOut">
              <a:rPr lang="LID4096" smtClean="0"/>
              <a:t>04/24/2026</a:t>
            </a:fld>
            <a:endParaRPr lang="LID4096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120265" y="3337084"/>
            <a:ext cx="216027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LID4096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4520565" y="3337084"/>
            <a:ext cx="1440180" cy="19169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63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54C0B2-E986-44C0-A647-830B94E08A29}" type="slidenum">
              <a:rPr lang="LID4096" smtClean="0"/>
              <a:t>‹#›</a:t>
            </a:fld>
            <a:endParaRPr lang="LID4096"/>
          </a:p>
        </p:txBody>
      </p:sp>
    </p:spTree>
    <p:extLst>
      <p:ext uri="{BB962C8B-B14F-4D97-AF65-F5344CB8AC3E}">
        <p14:creationId xmlns:p14="http://schemas.microsoft.com/office/powerpoint/2010/main" val="132595020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7" r:id="rId1"/>
    <p:sldLayoutId id="2147483698" r:id="rId2"/>
    <p:sldLayoutId id="2147483699" r:id="rId3"/>
    <p:sldLayoutId id="2147483700" r:id="rId4"/>
    <p:sldLayoutId id="2147483701" r:id="rId5"/>
    <p:sldLayoutId id="2147483702" r:id="rId6"/>
    <p:sldLayoutId id="2147483703" r:id="rId7"/>
    <p:sldLayoutId id="2147483704" r:id="rId8"/>
    <p:sldLayoutId id="2147483705" r:id="rId9"/>
    <p:sldLayoutId id="2147483706" r:id="rId10"/>
    <p:sldLayoutId id="2147483707" r:id="rId11"/>
  </p:sldLayoutIdLst>
  <p:txStyles>
    <p:titleStyle>
      <a:lvl1pPr algn="l" defTabSz="480060" rtl="0" eaLnBrk="1" latinLnBrk="0" hangingPunct="1">
        <a:lnSpc>
          <a:spcPct val="90000"/>
        </a:lnSpc>
        <a:spcBef>
          <a:spcPct val="0"/>
        </a:spcBef>
        <a:buNone/>
        <a:defRPr sz="231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20015" indent="-120015" algn="l" defTabSz="480060" rtl="0" eaLnBrk="1" latinLnBrk="0" hangingPunct="1">
        <a:lnSpc>
          <a:spcPct val="90000"/>
        </a:lnSpc>
        <a:spcBef>
          <a:spcPts val="525"/>
        </a:spcBef>
        <a:buFont typeface="Arial" panose="020B0604020202020204" pitchFamily="34" charset="0"/>
        <a:buChar char="•"/>
        <a:defRPr sz="1470" kern="1200">
          <a:solidFill>
            <a:schemeClr val="tx1"/>
          </a:solidFill>
          <a:latin typeface="+mn-lt"/>
          <a:ea typeface="+mn-ea"/>
          <a:cs typeface="+mn-cs"/>
        </a:defRPr>
      </a:lvl1pPr>
      <a:lvl2pPr marL="36004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260" kern="1200">
          <a:solidFill>
            <a:schemeClr val="tx1"/>
          </a:solidFill>
          <a:latin typeface="+mn-lt"/>
          <a:ea typeface="+mn-ea"/>
          <a:cs typeface="+mn-cs"/>
        </a:defRPr>
      </a:lvl2pPr>
      <a:lvl3pPr marL="60007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1050" kern="1200">
          <a:solidFill>
            <a:schemeClr val="tx1"/>
          </a:solidFill>
          <a:latin typeface="+mn-lt"/>
          <a:ea typeface="+mn-ea"/>
          <a:cs typeface="+mn-cs"/>
        </a:defRPr>
      </a:lvl3pPr>
      <a:lvl4pPr marL="84010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108013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32016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56019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80022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2040255" indent="-120015" algn="l" defTabSz="480060" rtl="0" eaLnBrk="1" latinLnBrk="0" hangingPunct="1">
        <a:lnSpc>
          <a:spcPct val="90000"/>
        </a:lnSpc>
        <a:spcBef>
          <a:spcPts val="263"/>
        </a:spcBef>
        <a:buFont typeface="Arial" panose="020B0604020202020204" pitchFamily="34" charset="0"/>
        <a:buChar char="•"/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1pPr>
      <a:lvl2pPr marL="24003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2pPr>
      <a:lvl3pPr marL="48006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3pPr>
      <a:lvl4pPr marL="72009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4pPr>
      <a:lvl5pPr marL="96012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5pPr>
      <a:lvl6pPr marL="120015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6pPr>
      <a:lvl7pPr marL="144018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7pPr>
      <a:lvl8pPr marL="168021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algn="l" defTabSz="480060" rtl="0" eaLnBrk="1" latinLnBrk="0" hangingPunct="1">
        <a:defRPr sz="945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sv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Relationship Id="rId9" Type="http://schemas.openxmlformats.org/officeDocument/2006/relationships/image" Target="../media/image8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sv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svg"/><Relationship Id="rId5" Type="http://schemas.openxmlformats.org/officeDocument/2006/relationships/image" Target="../media/image1.png"/><Relationship Id="rId4" Type="http://schemas.openxmlformats.org/officeDocument/2006/relationships/image" Target="../media/image11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Rectangle 83">
            <a:extLst>
              <a:ext uri="{FF2B5EF4-FFF2-40B4-BE49-F238E27FC236}">
                <a16:creationId xmlns:a16="http://schemas.microsoft.com/office/drawing/2014/main" id="{2003E9FB-AAC8-849D-E785-D8CD021DB9ED}"/>
              </a:ext>
            </a:extLst>
          </p:cNvPr>
          <p:cNvSpPr/>
          <p:nvPr/>
        </p:nvSpPr>
        <p:spPr>
          <a:xfrm>
            <a:off x="0" y="0"/>
            <a:ext cx="5680699" cy="3600450"/>
          </a:xfrm>
          <a:prstGeom prst="rect">
            <a:avLst/>
          </a:prstGeom>
          <a:solidFill>
            <a:srgbClr val="FFFFFF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961853B-7E51-2F04-7D37-DDFC4A446C6F}"/>
              </a:ext>
            </a:extLst>
          </p:cNvPr>
          <p:cNvGrpSpPr/>
          <p:nvPr/>
        </p:nvGrpSpPr>
        <p:grpSpPr>
          <a:xfrm>
            <a:off x="410508" y="500782"/>
            <a:ext cx="623653" cy="669179"/>
            <a:chOff x="94594" y="1868587"/>
            <a:chExt cx="623653" cy="669179"/>
          </a:xfrm>
        </p:grpSpPr>
        <p:grpSp>
          <p:nvGrpSpPr>
            <p:cNvPr id="5" name="Group 4">
              <a:extLst>
                <a:ext uri="{FF2B5EF4-FFF2-40B4-BE49-F238E27FC236}">
                  <a16:creationId xmlns:a16="http://schemas.microsoft.com/office/drawing/2014/main" id="{A7287F21-B16F-2710-664B-1540AB7DE2F9}"/>
                </a:ext>
              </a:extLst>
            </p:cNvPr>
            <p:cNvGrpSpPr/>
            <p:nvPr/>
          </p:nvGrpSpPr>
          <p:grpSpPr>
            <a:xfrm>
              <a:off x="94594" y="1872556"/>
              <a:ext cx="68712" cy="92593"/>
              <a:chOff x="1844231" y="869163"/>
              <a:chExt cx="108640" cy="146399"/>
            </a:xfrm>
          </p:grpSpPr>
          <p:cxnSp>
            <p:nvCxnSpPr>
              <p:cNvPr id="38" name="Straight Connector 37">
                <a:extLst>
                  <a:ext uri="{FF2B5EF4-FFF2-40B4-BE49-F238E27FC236}">
                    <a16:creationId xmlns:a16="http://schemas.microsoft.com/office/drawing/2014/main" id="{AA2EFCA2-240C-5D76-F54F-73A8CC495B63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9" name="Straight Connector 38">
                <a:extLst>
                  <a:ext uri="{FF2B5EF4-FFF2-40B4-BE49-F238E27FC236}">
                    <a16:creationId xmlns:a16="http://schemas.microsoft.com/office/drawing/2014/main" id="{F91E93C8-2BE2-A81B-4FF7-F330B258132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0" name="Straight Connector 39">
                <a:extLst>
                  <a:ext uri="{FF2B5EF4-FFF2-40B4-BE49-F238E27FC236}">
                    <a16:creationId xmlns:a16="http://schemas.microsoft.com/office/drawing/2014/main" id="{25BA2A28-3AD1-DB62-6288-2FC198816FD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6" name="Group 5">
              <a:extLst>
                <a:ext uri="{FF2B5EF4-FFF2-40B4-BE49-F238E27FC236}">
                  <a16:creationId xmlns:a16="http://schemas.microsoft.com/office/drawing/2014/main" id="{A125BF5B-B4D0-3A1A-4B47-ED903FCD7C83}"/>
                </a:ext>
              </a:extLst>
            </p:cNvPr>
            <p:cNvGrpSpPr/>
            <p:nvPr/>
          </p:nvGrpSpPr>
          <p:grpSpPr>
            <a:xfrm>
              <a:off x="98940" y="2152583"/>
              <a:ext cx="68712" cy="92593"/>
              <a:chOff x="1844231" y="869163"/>
              <a:chExt cx="108640" cy="146399"/>
            </a:xfrm>
          </p:grpSpPr>
          <p:cxnSp>
            <p:nvCxnSpPr>
              <p:cNvPr id="35" name="Straight Connector 34">
                <a:extLst>
                  <a:ext uri="{FF2B5EF4-FFF2-40B4-BE49-F238E27FC236}">
                    <a16:creationId xmlns:a16="http://schemas.microsoft.com/office/drawing/2014/main" id="{30810BBA-269A-96DF-F55A-FB6477204EF1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Straight Connector 35">
                <a:extLst>
                  <a:ext uri="{FF2B5EF4-FFF2-40B4-BE49-F238E27FC236}">
                    <a16:creationId xmlns:a16="http://schemas.microsoft.com/office/drawing/2014/main" id="{FCFA3F38-4005-195B-0DD1-CC0B7A2D353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Straight Connector 36">
                <a:extLst>
                  <a:ext uri="{FF2B5EF4-FFF2-40B4-BE49-F238E27FC236}">
                    <a16:creationId xmlns:a16="http://schemas.microsoft.com/office/drawing/2014/main" id="{D2E2A459-1DF3-7619-657A-178F7DD10C0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7" name="Group 6">
              <a:extLst>
                <a:ext uri="{FF2B5EF4-FFF2-40B4-BE49-F238E27FC236}">
                  <a16:creationId xmlns:a16="http://schemas.microsoft.com/office/drawing/2014/main" id="{FBECCC2C-4544-7548-308C-007C40C82D71}"/>
                </a:ext>
              </a:extLst>
            </p:cNvPr>
            <p:cNvGrpSpPr/>
            <p:nvPr/>
          </p:nvGrpSpPr>
          <p:grpSpPr>
            <a:xfrm>
              <a:off x="98940" y="2445006"/>
              <a:ext cx="68712" cy="92593"/>
              <a:chOff x="1844231" y="869163"/>
              <a:chExt cx="108640" cy="146399"/>
            </a:xfrm>
          </p:grpSpPr>
          <p:cxnSp>
            <p:nvCxnSpPr>
              <p:cNvPr id="32" name="Straight Connector 31">
                <a:extLst>
                  <a:ext uri="{FF2B5EF4-FFF2-40B4-BE49-F238E27FC236}">
                    <a16:creationId xmlns:a16="http://schemas.microsoft.com/office/drawing/2014/main" id="{3735932A-90AD-E071-22B2-D7D7027EB31F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3" name="Straight Connector 32">
                <a:extLst>
                  <a:ext uri="{FF2B5EF4-FFF2-40B4-BE49-F238E27FC236}">
                    <a16:creationId xmlns:a16="http://schemas.microsoft.com/office/drawing/2014/main" id="{8B688449-C1CF-8B5C-8C59-790E6EDF378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4" name="Straight Connector 33">
                <a:extLst>
                  <a:ext uri="{FF2B5EF4-FFF2-40B4-BE49-F238E27FC236}">
                    <a16:creationId xmlns:a16="http://schemas.microsoft.com/office/drawing/2014/main" id="{84BD2960-052F-634E-7864-20952F5C9F0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8" name="Group 7">
              <a:extLst>
                <a:ext uri="{FF2B5EF4-FFF2-40B4-BE49-F238E27FC236}">
                  <a16:creationId xmlns:a16="http://schemas.microsoft.com/office/drawing/2014/main" id="{89769B79-7950-9CD8-E27D-3A21DAC3C786}"/>
                </a:ext>
              </a:extLst>
            </p:cNvPr>
            <p:cNvGrpSpPr/>
            <p:nvPr/>
          </p:nvGrpSpPr>
          <p:grpSpPr>
            <a:xfrm>
              <a:off x="380901" y="1868587"/>
              <a:ext cx="68712" cy="92593"/>
              <a:chOff x="1844231" y="869163"/>
              <a:chExt cx="108640" cy="146399"/>
            </a:xfrm>
          </p:grpSpPr>
          <p:cxnSp>
            <p:nvCxnSpPr>
              <p:cNvPr id="29" name="Straight Connector 28">
                <a:extLst>
                  <a:ext uri="{FF2B5EF4-FFF2-40B4-BE49-F238E27FC236}">
                    <a16:creationId xmlns:a16="http://schemas.microsoft.com/office/drawing/2014/main" id="{C3F63C02-334C-4DAE-4651-E5270FCCD354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0" name="Straight Connector 29">
                <a:extLst>
                  <a:ext uri="{FF2B5EF4-FFF2-40B4-BE49-F238E27FC236}">
                    <a16:creationId xmlns:a16="http://schemas.microsoft.com/office/drawing/2014/main" id="{E337F32D-99BC-5698-4140-318153469D90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Straight Connector 30">
                <a:extLst>
                  <a:ext uri="{FF2B5EF4-FFF2-40B4-BE49-F238E27FC236}">
                    <a16:creationId xmlns:a16="http://schemas.microsoft.com/office/drawing/2014/main" id="{BA111702-BECD-31FE-4158-20CF7D5792E5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9" name="Group 8">
              <a:extLst>
                <a:ext uri="{FF2B5EF4-FFF2-40B4-BE49-F238E27FC236}">
                  <a16:creationId xmlns:a16="http://schemas.microsoft.com/office/drawing/2014/main" id="{A3E70DD8-F433-3CDE-C866-753F18C2C6D0}"/>
                </a:ext>
              </a:extLst>
            </p:cNvPr>
            <p:cNvGrpSpPr/>
            <p:nvPr/>
          </p:nvGrpSpPr>
          <p:grpSpPr>
            <a:xfrm>
              <a:off x="379741" y="2148533"/>
              <a:ext cx="68712" cy="92593"/>
              <a:chOff x="1844231" y="869163"/>
              <a:chExt cx="108640" cy="146399"/>
            </a:xfrm>
          </p:grpSpPr>
          <p:cxnSp>
            <p:nvCxnSpPr>
              <p:cNvPr id="26" name="Straight Connector 25">
                <a:extLst>
                  <a:ext uri="{FF2B5EF4-FFF2-40B4-BE49-F238E27FC236}">
                    <a16:creationId xmlns:a16="http://schemas.microsoft.com/office/drawing/2014/main" id="{FB5C7E7B-DE9F-686A-37B4-17D877DC6124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7" name="Straight Connector 26">
                <a:extLst>
                  <a:ext uri="{FF2B5EF4-FFF2-40B4-BE49-F238E27FC236}">
                    <a16:creationId xmlns:a16="http://schemas.microsoft.com/office/drawing/2014/main" id="{82BC855F-16B4-FB24-4EB1-E9655A7AD05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Straight Connector 27">
                <a:extLst>
                  <a:ext uri="{FF2B5EF4-FFF2-40B4-BE49-F238E27FC236}">
                    <a16:creationId xmlns:a16="http://schemas.microsoft.com/office/drawing/2014/main" id="{DE10D7CA-623B-D445-EC46-21B2571BC34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0" name="Group 9">
              <a:extLst>
                <a:ext uri="{FF2B5EF4-FFF2-40B4-BE49-F238E27FC236}">
                  <a16:creationId xmlns:a16="http://schemas.microsoft.com/office/drawing/2014/main" id="{0114367C-18E4-6788-2AA8-AED0DE0B49E2}"/>
                </a:ext>
              </a:extLst>
            </p:cNvPr>
            <p:cNvGrpSpPr/>
            <p:nvPr/>
          </p:nvGrpSpPr>
          <p:grpSpPr>
            <a:xfrm>
              <a:off x="383825" y="2445173"/>
              <a:ext cx="68712" cy="92593"/>
              <a:chOff x="1844231" y="869163"/>
              <a:chExt cx="108640" cy="146399"/>
            </a:xfrm>
          </p:grpSpPr>
          <p:cxnSp>
            <p:nvCxnSpPr>
              <p:cNvPr id="23" name="Straight Connector 22">
                <a:extLst>
                  <a:ext uri="{FF2B5EF4-FFF2-40B4-BE49-F238E27FC236}">
                    <a16:creationId xmlns:a16="http://schemas.microsoft.com/office/drawing/2014/main" id="{F7EA4980-9742-645E-301F-1A61B72E6342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4" name="Straight Connector 23">
                <a:extLst>
                  <a:ext uri="{FF2B5EF4-FFF2-40B4-BE49-F238E27FC236}">
                    <a16:creationId xmlns:a16="http://schemas.microsoft.com/office/drawing/2014/main" id="{7BEF0134-7823-AB11-AE5D-3162A9DE46B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5" name="Straight Connector 24">
                <a:extLst>
                  <a:ext uri="{FF2B5EF4-FFF2-40B4-BE49-F238E27FC236}">
                    <a16:creationId xmlns:a16="http://schemas.microsoft.com/office/drawing/2014/main" id="{2977D4BD-4EA8-77B4-E7F3-4F280932956C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1" name="Group 10">
              <a:extLst>
                <a:ext uri="{FF2B5EF4-FFF2-40B4-BE49-F238E27FC236}">
                  <a16:creationId xmlns:a16="http://schemas.microsoft.com/office/drawing/2014/main" id="{8E608B12-8E51-E12A-30C4-77AFEBE3A360}"/>
                </a:ext>
              </a:extLst>
            </p:cNvPr>
            <p:cNvGrpSpPr/>
            <p:nvPr/>
          </p:nvGrpSpPr>
          <p:grpSpPr>
            <a:xfrm>
              <a:off x="646611" y="1868587"/>
              <a:ext cx="68712" cy="92593"/>
              <a:chOff x="1844231" y="869163"/>
              <a:chExt cx="108640" cy="146399"/>
            </a:xfrm>
          </p:grpSpPr>
          <p:cxnSp>
            <p:nvCxnSpPr>
              <p:cNvPr id="20" name="Straight Connector 19">
                <a:extLst>
                  <a:ext uri="{FF2B5EF4-FFF2-40B4-BE49-F238E27FC236}">
                    <a16:creationId xmlns:a16="http://schemas.microsoft.com/office/drawing/2014/main" id="{354466FC-08C3-BBE7-8E1A-4A5A806F2C58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1" name="Straight Connector 20">
                <a:extLst>
                  <a:ext uri="{FF2B5EF4-FFF2-40B4-BE49-F238E27FC236}">
                    <a16:creationId xmlns:a16="http://schemas.microsoft.com/office/drawing/2014/main" id="{962916AA-7059-8B8C-B769-734642AE0A0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Straight Connector 21">
                <a:extLst>
                  <a:ext uri="{FF2B5EF4-FFF2-40B4-BE49-F238E27FC236}">
                    <a16:creationId xmlns:a16="http://schemas.microsoft.com/office/drawing/2014/main" id="{5559DBC1-3D85-5CDC-B8C3-EEC9294FEA6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2" name="Group 11">
              <a:extLst>
                <a:ext uri="{FF2B5EF4-FFF2-40B4-BE49-F238E27FC236}">
                  <a16:creationId xmlns:a16="http://schemas.microsoft.com/office/drawing/2014/main" id="{B0418436-CDE7-21C6-49D0-5A62C0954AE5}"/>
                </a:ext>
              </a:extLst>
            </p:cNvPr>
            <p:cNvGrpSpPr/>
            <p:nvPr/>
          </p:nvGrpSpPr>
          <p:grpSpPr>
            <a:xfrm>
              <a:off x="645451" y="2148533"/>
              <a:ext cx="68712" cy="92593"/>
              <a:chOff x="1844231" y="869163"/>
              <a:chExt cx="108640" cy="146399"/>
            </a:xfrm>
          </p:grpSpPr>
          <p:cxnSp>
            <p:nvCxnSpPr>
              <p:cNvPr id="17" name="Straight Connector 16">
                <a:extLst>
                  <a:ext uri="{FF2B5EF4-FFF2-40B4-BE49-F238E27FC236}">
                    <a16:creationId xmlns:a16="http://schemas.microsoft.com/office/drawing/2014/main" id="{7CBFF039-43BA-3277-E280-614163F66740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Straight Connector 17">
                <a:extLst>
                  <a:ext uri="{FF2B5EF4-FFF2-40B4-BE49-F238E27FC236}">
                    <a16:creationId xmlns:a16="http://schemas.microsoft.com/office/drawing/2014/main" id="{25F80A6C-97E1-D635-132A-A635B8C939C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9" name="Straight Connector 18">
                <a:extLst>
                  <a:ext uri="{FF2B5EF4-FFF2-40B4-BE49-F238E27FC236}">
                    <a16:creationId xmlns:a16="http://schemas.microsoft.com/office/drawing/2014/main" id="{940F36E9-12DD-324F-8D05-18DF66721E5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grpSp>
          <p:nvGrpSpPr>
            <p:cNvPr id="13" name="Group 12">
              <a:extLst>
                <a:ext uri="{FF2B5EF4-FFF2-40B4-BE49-F238E27FC236}">
                  <a16:creationId xmlns:a16="http://schemas.microsoft.com/office/drawing/2014/main" id="{0FE26CB3-28F2-A783-54E2-CBF541D80CFF}"/>
                </a:ext>
              </a:extLst>
            </p:cNvPr>
            <p:cNvGrpSpPr/>
            <p:nvPr/>
          </p:nvGrpSpPr>
          <p:grpSpPr>
            <a:xfrm>
              <a:off x="649535" y="2445173"/>
              <a:ext cx="68712" cy="92593"/>
              <a:chOff x="1844231" y="869163"/>
              <a:chExt cx="108640" cy="146399"/>
            </a:xfrm>
          </p:grpSpPr>
          <p:cxnSp>
            <p:nvCxnSpPr>
              <p:cNvPr id="14" name="Straight Connector 13">
                <a:extLst>
                  <a:ext uri="{FF2B5EF4-FFF2-40B4-BE49-F238E27FC236}">
                    <a16:creationId xmlns:a16="http://schemas.microsoft.com/office/drawing/2014/main" id="{61BCDD34-670E-2546-305E-470FD484AA21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" name="Straight Connector 14">
                <a:extLst>
                  <a:ext uri="{FF2B5EF4-FFF2-40B4-BE49-F238E27FC236}">
                    <a16:creationId xmlns:a16="http://schemas.microsoft.com/office/drawing/2014/main" id="{15E65F67-F7E9-1C4A-F097-C414680E64CD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6" name="Straight Connector 15">
                <a:extLst>
                  <a:ext uri="{FF2B5EF4-FFF2-40B4-BE49-F238E27FC236}">
                    <a16:creationId xmlns:a16="http://schemas.microsoft.com/office/drawing/2014/main" id="{833F4721-C8C8-F848-46B2-3C10A15BE87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ln w="15875"/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pic>
        <p:nvPicPr>
          <p:cNvPr id="41" name="Picture 40">
            <a:extLst>
              <a:ext uri="{FF2B5EF4-FFF2-40B4-BE49-F238E27FC236}">
                <a16:creationId xmlns:a16="http://schemas.microsoft.com/office/drawing/2014/main" id="{E89F9473-8D8A-78DD-E0EF-9607B82BC36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05353" y="1081983"/>
            <a:ext cx="1152529" cy="1181800"/>
          </a:xfrm>
          <a:prstGeom prst="rect">
            <a:avLst/>
          </a:prstGeom>
        </p:spPr>
      </p:pic>
      <p:sp>
        <p:nvSpPr>
          <p:cNvPr id="42" name="TextBox 41">
            <a:extLst>
              <a:ext uri="{FF2B5EF4-FFF2-40B4-BE49-F238E27FC236}">
                <a16:creationId xmlns:a16="http://schemas.microsoft.com/office/drawing/2014/main" id="{E3A95278-6422-D38B-B63B-AAB3F71BC29B}"/>
              </a:ext>
            </a:extLst>
          </p:cNvPr>
          <p:cNvSpPr txBox="1"/>
          <p:nvPr/>
        </p:nvSpPr>
        <p:spPr>
          <a:xfrm>
            <a:off x="2897016" y="719155"/>
            <a:ext cx="8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strike="noStrike" spc="-1" noProof="0" dirty="0">
                <a:solidFill>
                  <a:srgbClr val="000000"/>
                </a:solidFill>
                <a:latin typeface="Calibri"/>
              </a:rPr>
              <a:t>SIM 1</a:t>
            </a:r>
            <a:endParaRPr lang="en-GB" noProof="0" dirty="0"/>
          </a:p>
        </p:txBody>
      </p:sp>
      <p:pic>
        <p:nvPicPr>
          <p:cNvPr id="43" name="Picture 42">
            <a:extLst>
              <a:ext uri="{FF2B5EF4-FFF2-40B4-BE49-F238E27FC236}">
                <a16:creationId xmlns:a16="http://schemas.microsoft.com/office/drawing/2014/main" id="{B6BB01D1-9BA2-F786-49D4-D05A9C42A5E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8246" y="487131"/>
            <a:ext cx="1152529" cy="1181800"/>
          </a:xfrm>
          <a:prstGeom prst="rect">
            <a:avLst/>
          </a:prstGeom>
        </p:spPr>
      </p:pic>
      <p:sp>
        <p:nvSpPr>
          <p:cNvPr id="44" name="TextBox 43">
            <a:extLst>
              <a:ext uri="{FF2B5EF4-FFF2-40B4-BE49-F238E27FC236}">
                <a16:creationId xmlns:a16="http://schemas.microsoft.com/office/drawing/2014/main" id="{AB081BDE-9F8A-8A16-9916-FA2FFE409D7D}"/>
              </a:ext>
            </a:extLst>
          </p:cNvPr>
          <p:cNvSpPr txBox="1"/>
          <p:nvPr/>
        </p:nvSpPr>
        <p:spPr>
          <a:xfrm>
            <a:off x="1502032" y="0"/>
            <a:ext cx="86832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strike="noStrike" spc="-1" noProof="0" dirty="0">
                <a:solidFill>
                  <a:srgbClr val="000000"/>
                </a:solidFill>
                <a:latin typeface="Calibri"/>
              </a:rPr>
              <a:t>SIM 2</a:t>
            </a:r>
            <a:endParaRPr lang="en-GB" noProof="0" dirty="0"/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BC68EAB-6BF8-F65C-2EB6-02A33A29EC1E}"/>
                  </a:ext>
                </a:extLst>
              </p:cNvPr>
              <p:cNvSpPr txBox="1"/>
              <p:nvPr/>
            </p:nvSpPr>
            <p:spPr>
              <a:xfrm>
                <a:off x="3115585" y="1264704"/>
                <a:ext cx="607687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1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𝕴</m:t>
                      </m:r>
                      <m:d>
                        <m:dPr>
                          <m:ctrlPr>
                            <a:rPr lang="en-GB" i="1" noProof="0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i="1" noProof="0" smtClean="0">
                              <a:latin typeface="Cambria Math" panose="02040503050406030204" pitchFamily="18" charset="0"/>
                            </a:rPr>
                            <m:t>𝑡</m:t>
                          </m:r>
                        </m:e>
                      </m:d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45" name="TextBox 44">
                <a:extLst>
                  <a:ext uri="{FF2B5EF4-FFF2-40B4-BE49-F238E27FC236}">
                    <a16:creationId xmlns:a16="http://schemas.microsoft.com/office/drawing/2014/main" id="{7BC68EAB-6BF8-F65C-2EB6-02A33A29EC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15585" y="1264704"/>
                <a:ext cx="607687" cy="369332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46" name="TextBox 45">
            <a:extLst>
              <a:ext uri="{FF2B5EF4-FFF2-40B4-BE49-F238E27FC236}">
                <a16:creationId xmlns:a16="http://schemas.microsoft.com/office/drawing/2014/main" id="{CE1F21BA-3F19-5AF5-65E9-221E2D90ED7F}"/>
              </a:ext>
            </a:extLst>
          </p:cNvPr>
          <p:cNvSpPr txBox="1"/>
          <p:nvPr/>
        </p:nvSpPr>
        <p:spPr>
          <a:xfrm>
            <a:off x="1480824" y="744445"/>
            <a:ext cx="841897" cy="523220"/>
          </a:xfrm>
          <a:prstGeom prst="rect">
            <a:avLst/>
          </a:prstGeom>
          <a:solidFill>
            <a:srgbClr val="FFFFFF">
              <a:alpha val="34000"/>
            </a:srgbClr>
          </a:solidFill>
        </p:spPr>
        <p:txBody>
          <a:bodyPr wrap="none" rtlCol="0">
            <a:spAutoFit/>
          </a:bodyPr>
          <a:lstStyle/>
          <a:p>
            <a:pPr algn="ctr"/>
            <a:r>
              <a:rPr lang="en-GB" sz="1400" dirty="0"/>
              <a:t>Neural</a:t>
            </a:r>
          </a:p>
          <a:p>
            <a:pPr algn="ctr"/>
            <a:r>
              <a:rPr lang="en-GB" sz="1400" dirty="0"/>
              <a:t>Network</a:t>
            </a:r>
          </a:p>
        </p:txBody>
      </p:sp>
      <p:sp>
        <p:nvSpPr>
          <p:cNvPr id="47" name="Rectangle: Rounded Corners 46">
            <a:extLst>
              <a:ext uri="{FF2B5EF4-FFF2-40B4-BE49-F238E27FC236}">
                <a16:creationId xmlns:a16="http://schemas.microsoft.com/office/drawing/2014/main" id="{44147037-78CE-E6B0-FAD7-23E1878C4FCD}"/>
              </a:ext>
            </a:extLst>
          </p:cNvPr>
          <p:cNvSpPr/>
          <p:nvPr/>
        </p:nvSpPr>
        <p:spPr>
          <a:xfrm>
            <a:off x="1849307" y="2880045"/>
            <a:ext cx="986643" cy="616322"/>
          </a:xfrm>
          <a:prstGeom prst="round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cxnSp>
        <p:nvCxnSpPr>
          <p:cNvPr id="48" name="Connector: Elbow 47">
            <a:extLst>
              <a:ext uri="{FF2B5EF4-FFF2-40B4-BE49-F238E27FC236}">
                <a16:creationId xmlns:a16="http://schemas.microsoft.com/office/drawing/2014/main" id="{AC67BD49-E104-E274-6860-0F2879BC996F}"/>
              </a:ext>
            </a:extLst>
          </p:cNvPr>
          <p:cNvCxnSpPr>
            <a:cxnSpLocks/>
            <a:stCxn id="47" idx="3"/>
          </p:cNvCxnSpPr>
          <p:nvPr/>
        </p:nvCxnSpPr>
        <p:spPr>
          <a:xfrm flipV="1">
            <a:off x="2835950" y="2222661"/>
            <a:ext cx="221955" cy="965545"/>
          </a:xfrm>
          <a:prstGeom prst="bentConnector2">
            <a:avLst/>
          </a:prstGeom>
          <a:ln w="15875">
            <a:solidFill>
              <a:schemeClr val="tx1"/>
            </a:solidFill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8A5B424-6BC4-F711-7ADD-6CFD1A8F11C0}"/>
                  </a:ext>
                </a:extLst>
              </p:cNvPr>
              <p:cNvSpPr txBox="1"/>
              <p:nvPr/>
            </p:nvSpPr>
            <p:spPr>
              <a:xfrm>
                <a:off x="3187516" y="2610447"/>
                <a:ext cx="802419" cy="381515"/>
              </a:xfrm>
              <a:prstGeom prst="rect">
                <a:avLst/>
              </a:prstGeom>
              <a:solidFill>
                <a:srgbClr val="FFFFFF">
                  <a:alpha val="85000"/>
                </a:srgbClr>
              </a:solidFill>
              <a:ln>
                <a:solidFill>
                  <a:schemeClr val="tx1"/>
                </a:solidFill>
              </a:ln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b="1" i="1" noProof="0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𝜰</m:t>
                          </m:r>
                        </m:e>
                        <m:sub>
                          <m:r>
                            <a:rPr lang="en-GB" b="1" i="1" noProof="0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𝜉</m:t>
                          </m:r>
                        </m:e>
                        <m:sub>
                          <m:r>
                            <a:rPr lang="en-GB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,</m:t>
                          </m:r>
                          <m:r>
                            <a:rPr lang="en-GB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</m:t>
                          </m:r>
                        </m:sub>
                      </m:sSub>
                      <m:r>
                        <a:rPr lang="en-GB" b="0" i="1" noProof="0" smtClean="0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US" dirty="0"/>
              </a:p>
            </p:txBody>
          </p:sp>
        </mc:Choice>
        <mc:Fallback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D8A5B424-6BC4-F711-7ADD-6CFD1A8F11C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187516" y="2610447"/>
                <a:ext cx="802419" cy="381515"/>
              </a:xfrm>
              <a:prstGeom prst="rect">
                <a:avLst/>
              </a:prstGeom>
              <a:blipFill>
                <a:blip r:embed="rId4"/>
                <a:stretch>
                  <a:fillRect r="-16418" b="-9231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50" name="Right Brace 49">
            <a:extLst>
              <a:ext uri="{FF2B5EF4-FFF2-40B4-BE49-F238E27FC236}">
                <a16:creationId xmlns:a16="http://schemas.microsoft.com/office/drawing/2014/main" id="{2E5B0991-33D7-BBE0-9784-53FC4D19336C}"/>
              </a:ext>
            </a:extLst>
          </p:cNvPr>
          <p:cNvSpPr/>
          <p:nvPr/>
        </p:nvSpPr>
        <p:spPr>
          <a:xfrm rot="5400000">
            <a:off x="573769" y="804679"/>
            <a:ext cx="279607" cy="995083"/>
          </a:xfrm>
          <a:prstGeom prst="rightBrace">
            <a:avLst>
              <a:gd name="adj1" fmla="val 21960"/>
              <a:gd name="adj2" fmla="val 50000"/>
            </a:avLst>
          </a:prstGeom>
          <a:ln w="127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1" name="TextBox 50">
            <a:extLst>
              <a:ext uri="{FF2B5EF4-FFF2-40B4-BE49-F238E27FC236}">
                <a16:creationId xmlns:a16="http://schemas.microsoft.com/office/drawing/2014/main" id="{471169A9-A55F-9115-F384-8ADE7B9A44DA}"/>
              </a:ext>
            </a:extLst>
          </p:cNvPr>
          <p:cNvSpPr txBox="1"/>
          <p:nvPr/>
        </p:nvSpPr>
        <p:spPr>
          <a:xfrm>
            <a:off x="1844740" y="2892287"/>
            <a:ext cx="987233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GB" sz="1800" b="0" strike="noStrike" spc="-1" noProof="0" dirty="0">
                <a:solidFill>
                  <a:srgbClr val="000000"/>
                </a:solidFill>
                <a:latin typeface="Calibri"/>
              </a:rPr>
              <a:t>Optimal</a:t>
            </a:r>
          </a:p>
          <a:p>
            <a:pPr algn="ctr"/>
            <a:r>
              <a:rPr lang="en-GB" spc="-1" dirty="0">
                <a:solidFill>
                  <a:srgbClr val="000000"/>
                </a:solidFill>
                <a:latin typeface="Calibri"/>
              </a:rPr>
              <a:t>Policy</a:t>
            </a:r>
            <a:endParaRPr lang="en-GB" noProof="0" dirty="0"/>
          </a:p>
        </p:txBody>
      </p:sp>
      <p:cxnSp>
        <p:nvCxnSpPr>
          <p:cNvPr id="52" name="Connector: Elbow 51">
            <a:extLst>
              <a:ext uri="{FF2B5EF4-FFF2-40B4-BE49-F238E27FC236}">
                <a16:creationId xmlns:a16="http://schemas.microsoft.com/office/drawing/2014/main" id="{4F32D2BF-5934-E521-F476-96FD53D6036E}"/>
              </a:ext>
            </a:extLst>
          </p:cNvPr>
          <p:cNvCxnSpPr>
            <a:cxnSpLocks/>
          </p:cNvCxnSpPr>
          <p:nvPr/>
        </p:nvCxnSpPr>
        <p:spPr>
          <a:xfrm rot="16200000" flipH="1">
            <a:off x="624655" y="1917788"/>
            <a:ext cx="1672162" cy="754374"/>
          </a:xfrm>
          <a:prstGeom prst="bentConnector2">
            <a:avLst/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Connector: Elbow 52">
            <a:extLst>
              <a:ext uri="{FF2B5EF4-FFF2-40B4-BE49-F238E27FC236}">
                <a16:creationId xmlns:a16="http://schemas.microsoft.com/office/drawing/2014/main" id="{6E0ECED2-E461-D3D4-F6A8-FA24A36E1B34}"/>
              </a:ext>
            </a:extLst>
          </p:cNvPr>
          <p:cNvCxnSpPr>
            <a:cxnSpLocks/>
          </p:cNvCxnSpPr>
          <p:nvPr/>
        </p:nvCxnSpPr>
        <p:spPr>
          <a:xfrm rot="16200000" flipH="1">
            <a:off x="175192" y="1706053"/>
            <a:ext cx="1822544" cy="1447535"/>
          </a:xfrm>
          <a:prstGeom prst="bentConnector3">
            <a:avLst>
              <a:gd name="adj1" fmla="val 100172"/>
            </a:avLst>
          </a:prstGeom>
          <a:ln w="19050">
            <a:solidFill>
              <a:schemeClr val="tx1"/>
            </a:solidFill>
            <a:prstDash val="dash"/>
            <a:tailEnd type="triangle" w="med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7BB4C30-F421-A95D-79CE-BC4A4FA9BB49}"/>
                  </a:ext>
                </a:extLst>
              </p:cNvPr>
              <p:cNvSpPr txBox="1"/>
              <p:nvPr/>
            </p:nvSpPr>
            <p:spPr>
              <a:xfrm>
                <a:off x="84794" y="1574335"/>
                <a:ext cx="508793" cy="369332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7BB4C30-F421-A95D-79CE-BC4A4FA9BB4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794" y="1574335"/>
                <a:ext cx="508793" cy="369332"/>
              </a:xfrm>
              <a:prstGeom prst="rect">
                <a:avLst/>
              </a:prstGeom>
              <a:blipFill>
                <a:blip r:embed="rId5"/>
                <a:stretch>
                  <a:fillRect b="-79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289A6B0-67D9-5952-9231-51DE16A5AB4D}"/>
                  </a:ext>
                </a:extLst>
              </p:cNvPr>
              <p:cNvSpPr txBox="1"/>
              <p:nvPr/>
            </p:nvSpPr>
            <p:spPr>
              <a:xfrm>
                <a:off x="843644" y="2128209"/>
                <a:ext cx="518411" cy="369332"/>
              </a:xfrm>
              <a:prstGeom prst="rect">
                <a:avLst/>
              </a:prstGeom>
              <a:solidFill>
                <a:schemeClr val="bg1">
                  <a:alpha val="85000"/>
                </a:schemeClr>
              </a:solidFill>
              <a:ln>
                <a:solidFill>
                  <a:schemeClr val="tx1"/>
                </a:solidFill>
              </a:ln>
            </p:spPr>
            <p:txBody>
              <a:bodyPr wrap="non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𝑄</m:t>
                          </m:r>
                        </m:e>
                        <m:sub>
                          <m:r>
                            <a:rPr lang="de-DE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b>
                      </m:sSub>
                    </m:oMath>
                  </m:oMathPara>
                </a14:m>
                <a:endParaRPr lang="en-GB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3289A6B0-67D9-5952-9231-51DE16A5AB4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43644" y="2128209"/>
                <a:ext cx="518411" cy="369332"/>
              </a:xfrm>
              <a:prstGeom prst="rect">
                <a:avLst/>
              </a:prstGeom>
              <a:blipFill>
                <a:blip r:embed="rId6"/>
                <a:stretch>
                  <a:fillRect b="-7937"/>
                </a:stretch>
              </a:blipFill>
              <a:ln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BA894D-980F-717A-AEB0-C34F175803D7}"/>
                  </a:ext>
                </a:extLst>
              </p:cNvPr>
              <p:cNvSpPr txBox="1"/>
              <p:nvPr/>
            </p:nvSpPr>
            <p:spPr>
              <a:xfrm>
                <a:off x="410508" y="2068720"/>
                <a:ext cx="381730" cy="369332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b="0" i="1" noProof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⋯</m:t>
                      </m:r>
                    </m:oMath>
                  </m:oMathPara>
                </a14:m>
                <a:endParaRPr lang="en-GB" noProof="0" dirty="0"/>
              </a:p>
            </p:txBody>
          </p:sp>
        </mc:Choice>
        <mc:Fallback>
          <p:sp>
            <p:nvSpPr>
              <p:cNvPr id="56" name="TextBox 55">
                <a:extLst>
                  <a:ext uri="{FF2B5EF4-FFF2-40B4-BE49-F238E27FC236}">
                    <a16:creationId xmlns:a16="http://schemas.microsoft.com/office/drawing/2014/main" id="{46BA894D-980F-717A-AEB0-C34F175803D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0508" y="2068720"/>
                <a:ext cx="381730" cy="369332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57" name="Group 56">
            <a:extLst>
              <a:ext uri="{FF2B5EF4-FFF2-40B4-BE49-F238E27FC236}">
                <a16:creationId xmlns:a16="http://schemas.microsoft.com/office/drawing/2014/main" id="{919686DF-F306-C598-EFA3-D6975CEB9938}"/>
              </a:ext>
            </a:extLst>
          </p:cNvPr>
          <p:cNvGrpSpPr>
            <a:grpSpLocks noChangeAspect="1"/>
          </p:cNvGrpSpPr>
          <p:nvPr/>
        </p:nvGrpSpPr>
        <p:grpSpPr>
          <a:xfrm>
            <a:off x="4644689" y="2438052"/>
            <a:ext cx="825868" cy="827381"/>
            <a:chOff x="3837320" y="2577311"/>
            <a:chExt cx="1214148" cy="1216373"/>
          </a:xfrm>
        </p:grpSpPr>
        <p:sp>
          <p:nvSpPr>
            <p:cNvPr id="58" name="Oval 57">
              <a:extLst>
                <a:ext uri="{FF2B5EF4-FFF2-40B4-BE49-F238E27FC236}">
                  <a16:creationId xmlns:a16="http://schemas.microsoft.com/office/drawing/2014/main" id="{70A5AB4A-20F7-0ADC-B56A-1B97ADB139FE}"/>
                </a:ext>
              </a:extLst>
            </p:cNvPr>
            <p:cNvSpPr/>
            <p:nvPr/>
          </p:nvSpPr>
          <p:spPr>
            <a:xfrm>
              <a:off x="3837320" y="3466506"/>
              <a:ext cx="1214148" cy="327178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GB" noProof="0" dirty="0"/>
            </a:p>
          </p:txBody>
        </p:sp>
        <p:grpSp>
          <p:nvGrpSpPr>
            <p:cNvPr id="59" name="Group 58">
              <a:extLst>
                <a:ext uri="{FF2B5EF4-FFF2-40B4-BE49-F238E27FC236}">
                  <a16:creationId xmlns:a16="http://schemas.microsoft.com/office/drawing/2014/main" id="{B6C18F64-1BCF-2DB3-739C-7C9155CE9495}"/>
                </a:ext>
              </a:extLst>
            </p:cNvPr>
            <p:cNvGrpSpPr>
              <a:grpSpLocks noChangeAspect="1"/>
            </p:cNvGrpSpPr>
            <p:nvPr/>
          </p:nvGrpSpPr>
          <p:grpSpPr>
            <a:xfrm>
              <a:off x="4053780" y="2949988"/>
              <a:ext cx="804417" cy="713070"/>
              <a:chOff x="1758028" y="3687481"/>
              <a:chExt cx="1312148" cy="1163145"/>
            </a:xfrm>
          </p:grpSpPr>
          <p:grpSp>
            <p:nvGrpSpPr>
              <p:cNvPr id="61" name="Group 60">
                <a:extLst>
                  <a:ext uri="{FF2B5EF4-FFF2-40B4-BE49-F238E27FC236}">
                    <a16:creationId xmlns:a16="http://schemas.microsoft.com/office/drawing/2014/main" id="{AAAEC6A1-E049-8E16-3401-510A4F90F235}"/>
                  </a:ext>
                </a:extLst>
              </p:cNvPr>
              <p:cNvGrpSpPr/>
              <p:nvPr/>
            </p:nvGrpSpPr>
            <p:grpSpPr>
              <a:xfrm>
                <a:off x="2615571" y="4393426"/>
                <a:ext cx="454605" cy="457200"/>
                <a:chOff x="2615571" y="4393426"/>
                <a:chExt cx="454605" cy="457200"/>
              </a:xfrm>
            </p:grpSpPr>
            <p:sp>
              <p:nvSpPr>
                <p:cNvPr id="82" name="Oval 81">
                  <a:extLst>
                    <a:ext uri="{FF2B5EF4-FFF2-40B4-BE49-F238E27FC236}">
                      <a16:creationId xmlns:a16="http://schemas.microsoft.com/office/drawing/2014/main" id="{89EB9CFA-8367-1B01-A42C-D712C7A482C0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3" name="Oval 82">
                  <a:extLst>
                    <a:ext uri="{FF2B5EF4-FFF2-40B4-BE49-F238E27FC236}">
                      <a16:creationId xmlns:a16="http://schemas.microsoft.com/office/drawing/2014/main" id="{86918090-1BD7-802E-9533-069DAACC94C2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 dirty="0"/>
                </a:p>
              </p:txBody>
            </p:sp>
          </p:grpSp>
          <p:grpSp>
            <p:nvGrpSpPr>
              <p:cNvPr id="62" name="Group 61">
                <a:extLst>
                  <a:ext uri="{FF2B5EF4-FFF2-40B4-BE49-F238E27FC236}">
                    <a16:creationId xmlns:a16="http://schemas.microsoft.com/office/drawing/2014/main" id="{562BB03A-C05B-BC92-BCFD-D04F33F5CA48}"/>
                  </a:ext>
                </a:extLst>
              </p:cNvPr>
              <p:cNvGrpSpPr/>
              <p:nvPr/>
            </p:nvGrpSpPr>
            <p:grpSpPr>
              <a:xfrm>
                <a:off x="1758028" y="4383486"/>
                <a:ext cx="454605" cy="457200"/>
                <a:chOff x="2615571" y="4393426"/>
                <a:chExt cx="454605" cy="457200"/>
              </a:xfrm>
            </p:grpSpPr>
            <p:sp>
              <p:nvSpPr>
                <p:cNvPr id="80" name="Oval 79">
                  <a:extLst>
                    <a:ext uri="{FF2B5EF4-FFF2-40B4-BE49-F238E27FC236}">
                      <a16:creationId xmlns:a16="http://schemas.microsoft.com/office/drawing/2014/main" id="{4EC06E0D-59EE-806D-86CF-2FF20BE0B17E}"/>
                    </a:ext>
                  </a:extLst>
                </p:cNvPr>
                <p:cNvSpPr/>
                <p:nvPr/>
              </p:nvSpPr>
              <p:spPr>
                <a:xfrm>
                  <a:off x="2615571" y="4393426"/>
                  <a:ext cx="454605" cy="457200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  <p:sp>
              <p:nvSpPr>
                <p:cNvPr id="81" name="Oval 80">
                  <a:extLst>
                    <a:ext uri="{FF2B5EF4-FFF2-40B4-BE49-F238E27FC236}">
                      <a16:creationId xmlns:a16="http://schemas.microsoft.com/office/drawing/2014/main" id="{08E36CFC-B317-2773-BB03-6F2C1ADC0A6F}"/>
                    </a:ext>
                  </a:extLst>
                </p:cNvPr>
                <p:cNvSpPr>
                  <a:spLocks noChangeAspect="1"/>
                </p:cNvSpPr>
                <p:nvPr/>
              </p:nvSpPr>
              <p:spPr>
                <a:xfrm>
                  <a:off x="2776764" y="4563411"/>
                  <a:ext cx="124523" cy="125233"/>
                </a:xfrm>
                <a:prstGeom prst="ellipse">
                  <a:avLst/>
                </a:prstGeom>
                <a:noFill/>
                <a:ln w="25400"/>
              </p:spPr>
              <p:style>
                <a:lnRef idx="2">
                  <a:schemeClr val="accent1">
                    <a:shade val="15000"/>
                  </a:schemeClr>
                </a:lnRef>
                <a:fillRef idx="1">
                  <a:schemeClr val="accent1"/>
                </a:fillRef>
                <a:effectRef idx="0">
                  <a:schemeClr val="accent1"/>
                </a:effectRef>
                <a:fontRef idx="minor">
                  <a:schemeClr val="lt1"/>
                </a:fontRef>
              </p:style>
              <p:txBody>
                <a:bodyPr rtlCol="0" anchor="ctr"/>
                <a:lstStyle/>
                <a:p>
                  <a:pPr algn="ctr"/>
                  <a:endParaRPr lang="en-US"/>
                </a:p>
              </p:txBody>
            </p:sp>
          </p:grpSp>
          <p:cxnSp>
            <p:nvCxnSpPr>
              <p:cNvPr id="63" name="Straight Connector 62">
                <a:extLst>
                  <a:ext uri="{FF2B5EF4-FFF2-40B4-BE49-F238E27FC236}">
                    <a16:creationId xmlns:a16="http://schemas.microsoft.com/office/drawing/2014/main" id="{F7D8DDBC-013A-11D8-161B-B7A48DFE4171}"/>
                  </a:ext>
                </a:extLst>
              </p:cNvPr>
              <p:cNvCxnSpPr>
                <a:stCxn id="80" idx="6"/>
                <a:endCxn id="82" idx="2"/>
              </p:cNvCxnSpPr>
              <p:nvPr/>
            </p:nvCxnSpPr>
            <p:spPr>
              <a:xfrm>
                <a:off x="2212633" y="4612086"/>
                <a:ext cx="402938" cy="994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4" name="Straight Connector 63">
                <a:extLst>
                  <a:ext uri="{FF2B5EF4-FFF2-40B4-BE49-F238E27FC236}">
                    <a16:creationId xmlns:a16="http://schemas.microsoft.com/office/drawing/2014/main" id="{004C0F6B-99EF-626D-6065-D0651FC4A79A}"/>
                  </a:ext>
                </a:extLst>
              </p:cNvPr>
              <p:cNvCxnSpPr>
                <a:cxnSpLocks/>
                <a:stCxn id="80" idx="0"/>
              </p:cNvCxnSpPr>
              <p:nvPr/>
            </p:nvCxnSpPr>
            <p:spPr>
              <a:xfrm flipV="1">
                <a:off x="1985331" y="4223565"/>
                <a:ext cx="0" cy="1599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Straight Connector 64">
                <a:extLst>
                  <a:ext uri="{FF2B5EF4-FFF2-40B4-BE49-F238E27FC236}">
                    <a16:creationId xmlns:a16="http://schemas.microsoft.com/office/drawing/2014/main" id="{8EFD251F-7595-A159-C331-07792452F436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1983863" y="4120488"/>
                <a:ext cx="118781" cy="11260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Straight Connector 65">
                <a:extLst>
                  <a:ext uri="{FF2B5EF4-FFF2-40B4-BE49-F238E27FC236}">
                    <a16:creationId xmlns:a16="http://schemas.microsoft.com/office/drawing/2014/main" id="{6D258F8C-6F02-CF1A-0CC2-1ADB90A01895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2102644" y="4120488"/>
                <a:ext cx="743149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7" name="Straight Connector 66">
                <a:extLst>
                  <a:ext uri="{FF2B5EF4-FFF2-40B4-BE49-F238E27FC236}">
                    <a16:creationId xmlns:a16="http://schemas.microsoft.com/office/drawing/2014/main" id="{911495A2-DC82-AF62-F71B-C480E12C0AFF}"/>
                  </a:ext>
                </a:extLst>
              </p:cNvPr>
              <p:cNvCxnSpPr>
                <a:cxnSpLocks/>
                <a:stCxn id="82" idx="0"/>
              </p:cNvCxnSpPr>
              <p:nvPr/>
            </p:nvCxnSpPr>
            <p:spPr>
              <a:xfrm flipV="1">
                <a:off x="2842874" y="4120488"/>
                <a:ext cx="5839" cy="27293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8" name="Straight Connector 67">
                <a:extLst>
                  <a:ext uri="{FF2B5EF4-FFF2-40B4-BE49-F238E27FC236}">
                    <a16:creationId xmlns:a16="http://schemas.microsoft.com/office/drawing/2014/main" id="{5DC799CE-4E20-7CC3-9DA7-42C88480D02E}"/>
                  </a:ext>
                </a:extLst>
              </p:cNvPr>
              <p:cNvCxnSpPr/>
              <p:nvPr/>
            </p:nvCxnSpPr>
            <p:spPr>
              <a:xfrm>
                <a:off x="1981482" y="4303525"/>
                <a:ext cx="345793" cy="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9" name="Straight Connector 68">
                <a:extLst>
                  <a:ext uri="{FF2B5EF4-FFF2-40B4-BE49-F238E27FC236}">
                    <a16:creationId xmlns:a16="http://schemas.microsoft.com/office/drawing/2014/main" id="{F3F34C14-31CA-D403-5F29-80F6C7EDB82B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13356" y="4120488"/>
                <a:ext cx="214398" cy="183037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0" name="Straight Connector 69">
                <a:extLst>
                  <a:ext uri="{FF2B5EF4-FFF2-40B4-BE49-F238E27FC236}">
                    <a16:creationId xmlns:a16="http://schemas.microsoft.com/office/drawing/2014/main" id="{4611E1B4-EE52-15B1-5829-41573B772D65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396967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1" name="Straight Connector 70">
                <a:extLst>
                  <a:ext uri="{FF2B5EF4-FFF2-40B4-BE49-F238E27FC236}">
                    <a16:creationId xmlns:a16="http://schemas.microsoft.com/office/drawing/2014/main" id="{AD2C2091-0FC4-8FB3-2558-863258BFBAC8}"/>
                  </a:ext>
                </a:extLst>
              </p:cNvPr>
              <p:cNvCxnSpPr>
                <a:cxnSpLocks/>
              </p:cNvCxnSpPr>
              <p:nvPr/>
            </p:nvCxnSpPr>
            <p:spPr>
              <a:xfrm flipV="1">
                <a:off x="2615571" y="3874689"/>
                <a:ext cx="0" cy="235848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72" name="Oval 71">
                <a:extLst>
                  <a:ext uri="{FF2B5EF4-FFF2-40B4-BE49-F238E27FC236}">
                    <a16:creationId xmlns:a16="http://schemas.microsoft.com/office/drawing/2014/main" id="{D368E8EE-C050-6563-4FEC-A47CE27E4E29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494458" y="3687481"/>
                <a:ext cx="200126" cy="201267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sp>
            <p:nvSpPr>
              <p:cNvPr id="73" name="Oval 72">
                <a:extLst>
                  <a:ext uri="{FF2B5EF4-FFF2-40B4-BE49-F238E27FC236}">
                    <a16:creationId xmlns:a16="http://schemas.microsoft.com/office/drawing/2014/main" id="{36A04E81-FFA0-6048-7EF1-58D6856904CA}"/>
                  </a:ext>
                </a:extLst>
              </p:cNvPr>
              <p:cNvSpPr>
                <a:spLocks noChangeAspect="1"/>
              </p:cNvSpPr>
              <p:nvPr/>
            </p:nvSpPr>
            <p:spPr>
              <a:xfrm>
                <a:off x="2074531" y="3732390"/>
                <a:ext cx="131835" cy="132589"/>
              </a:xfrm>
              <a:prstGeom prst="ellipse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US" dirty="0"/>
              </a:p>
            </p:txBody>
          </p:sp>
          <p:cxnSp>
            <p:nvCxnSpPr>
              <p:cNvPr id="74" name="Straight Connector 73">
                <a:extLst>
                  <a:ext uri="{FF2B5EF4-FFF2-40B4-BE49-F238E27FC236}">
                    <a16:creationId xmlns:a16="http://schemas.microsoft.com/office/drawing/2014/main" id="{EF7D566D-F89A-6B29-7140-F54C3A0788E5}"/>
                  </a:ext>
                </a:extLst>
              </p:cNvPr>
              <p:cNvCxnSpPr>
                <a:stCxn id="72" idx="4"/>
                <a:endCxn id="73" idx="4"/>
              </p:cNvCxnSpPr>
              <p:nvPr/>
            </p:nvCxnSpPr>
            <p:spPr>
              <a:xfrm flipH="1" flipV="1">
                <a:off x="2140449" y="3864979"/>
                <a:ext cx="454072" cy="23769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5" name="Straight Connector 74">
                <a:extLst>
                  <a:ext uri="{FF2B5EF4-FFF2-40B4-BE49-F238E27FC236}">
                    <a16:creationId xmlns:a16="http://schemas.microsoft.com/office/drawing/2014/main" id="{6D767579-9F7D-F5E3-5F95-B85C5FD3AE15}"/>
                  </a:ext>
                </a:extLst>
              </p:cNvPr>
              <p:cNvCxnSpPr>
                <a:cxnSpLocks/>
                <a:stCxn id="72" idx="0"/>
                <a:endCxn id="73" idx="0"/>
              </p:cNvCxnSpPr>
              <p:nvPr/>
            </p:nvCxnSpPr>
            <p:spPr>
              <a:xfrm flipH="1">
                <a:off x="2140450" y="3687481"/>
                <a:ext cx="454071" cy="44910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6" name="Straight Connector 75">
                <a:extLst>
                  <a:ext uri="{FF2B5EF4-FFF2-40B4-BE49-F238E27FC236}">
                    <a16:creationId xmlns:a16="http://schemas.microsoft.com/office/drawing/2014/main" id="{C56760CE-87B8-3A01-FEC8-39C0FD957778}"/>
                  </a:ext>
                </a:extLst>
              </p:cNvPr>
              <p:cNvCxnSpPr>
                <a:stCxn id="73" idx="2"/>
              </p:cNvCxnSpPr>
              <p:nvPr/>
            </p:nvCxnSpPr>
            <p:spPr>
              <a:xfrm flipH="1" flipV="1">
                <a:off x="1981482" y="3798684"/>
                <a:ext cx="93049" cy="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Straight Connector 76">
                <a:extLst>
                  <a:ext uri="{FF2B5EF4-FFF2-40B4-BE49-F238E27FC236}">
                    <a16:creationId xmlns:a16="http://schemas.microsoft.com/office/drawing/2014/main" id="{0DF6C7D8-4B70-0A4A-C897-9B8DA6314087}"/>
                  </a:ext>
                </a:extLst>
              </p:cNvPr>
              <p:cNvCxnSpPr/>
              <p:nvPr/>
            </p:nvCxnSpPr>
            <p:spPr>
              <a:xfrm flipV="1">
                <a:off x="1981482" y="3709935"/>
                <a:ext cx="0" cy="164754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Straight Connector 77">
                <a:extLst>
                  <a:ext uri="{FF2B5EF4-FFF2-40B4-BE49-F238E27FC236}">
                    <a16:creationId xmlns:a16="http://schemas.microsoft.com/office/drawing/2014/main" id="{D346F10E-0B5B-5AE0-606E-9A19B4A4FFEE}"/>
                  </a:ext>
                </a:extLst>
              </p:cNvPr>
              <p:cNvCxnSpPr/>
              <p:nvPr/>
            </p:nvCxnSpPr>
            <p:spPr>
              <a:xfrm flipH="1">
                <a:off x="1840706" y="3709935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9" name="Straight Connector 78">
                <a:extLst>
                  <a:ext uri="{FF2B5EF4-FFF2-40B4-BE49-F238E27FC236}">
                    <a16:creationId xmlns:a16="http://schemas.microsoft.com/office/drawing/2014/main" id="{BD6513DB-B39E-A51D-F801-EEA28822AE4E}"/>
                  </a:ext>
                </a:extLst>
              </p:cNvPr>
              <p:cNvCxnSpPr>
                <a:cxnSpLocks/>
              </p:cNvCxnSpPr>
              <p:nvPr/>
            </p:nvCxnSpPr>
            <p:spPr>
              <a:xfrm flipH="1" flipV="1">
                <a:off x="1845353" y="3838066"/>
                <a:ext cx="140776" cy="33421"/>
              </a:xfrm>
              <a:prstGeom prst="line">
                <a:avLst/>
              </a:prstGeom>
              <a:ln w="25400"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  <p:pic>
          <p:nvPicPr>
            <p:cNvPr id="60" name="Graphic 59" descr="Wireless with solid fill">
              <a:extLst>
                <a:ext uri="{FF2B5EF4-FFF2-40B4-BE49-F238E27FC236}">
                  <a16:creationId xmlns:a16="http://schemas.microsoft.com/office/drawing/2014/main" id="{8A93ED76-A9E7-2C63-BE7A-3BC2DB7AC5C8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p:blipFill>
          <p:spPr>
            <a:xfrm rot="20955696">
              <a:off x="4232021" y="2577311"/>
              <a:ext cx="322586" cy="297515"/>
            </a:xfrm>
            <a:prstGeom prst="rect">
              <a:avLst/>
            </a:prstGeom>
          </p:spPr>
        </p:pic>
      </p:grpSp>
      <p:pic>
        <p:nvPicPr>
          <p:cNvPr id="85" name="Graphic 84" descr="Wireless with solid fill">
            <a:extLst>
              <a:ext uri="{FF2B5EF4-FFF2-40B4-BE49-F238E27FC236}">
                <a16:creationId xmlns:a16="http://schemas.microsoft.com/office/drawing/2014/main" id="{54E01BD4-4E32-98ED-EADE-E44CD994B774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4606846" y="2206452"/>
            <a:ext cx="370160" cy="370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1510991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6825ED0-1C95-D03C-505B-C25FF1CFAEA8}"/>
              </a:ext>
            </a:extLst>
          </p:cNvPr>
          <p:cNvSpPr/>
          <p:nvPr/>
        </p:nvSpPr>
        <p:spPr>
          <a:xfrm>
            <a:off x="1855043" y="3000366"/>
            <a:ext cx="2112992" cy="1348576"/>
          </a:xfrm>
          <a:prstGeom prst="rect">
            <a:avLst/>
          </a:prstGeom>
          <a:noFill/>
          <a:ln w="0"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/>
        </p:style>
        <p:txBody>
          <a:bodyPr wrap="square" lIns="188216" tIns="94108" rIns="188216" bIns="94108" anchor="t">
            <a:spAutoFit/>
          </a:bodyPr>
          <a:lstStyle/>
          <a:p>
            <a:pPr algn="ctr">
              <a:lnSpc>
                <a:spcPct val="100000"/>
              </a:lnSpc>
              <a:buNone/>
            </a:pPr>
            <a:r>
              <a:rPr lang="en-US" sz="3764" spc="-3" dirty="0">
                <a:solidFill>
                  <a:srgbClr val="000000"/>
                </a:solidFill>
                <a:latin typeface="Calibri"/>
              </a:rPr>
              <a:t>Mobile</a:t>
            </a:r>
          </a:p>
          <a:p>
            <a:pPr algn="ctr">
              <a:lnSpc>
                <a:spcPct val="100000"/>
              </a:lnSpc>
              <a:buNone/>
            </a:pPr>
            <a:r>
              <a:rPr lang="en-US" sz="3764" spc="-3" dirty="0">
                <a:solidFill>
                  <a:srgbClr val="000000"/>
                </a:solidFill>
                <a:latin typeface="Calibri"/>
              </a:rPr>
              <a:t>User</a:t>
            </a:r>
            <a:endParaRPr lang="en-US" sz="3764" spc="-3" dirty="0">
              <a:latin typeface="Arial"/>
            </a:endParaRPr>
          </a:p>
        </p:txBody>
      </p:sp>
      <p:grpSp>
        <p:nvGrpSpPr>
          <p:cNvPr id="127" name="Group 126">
            <a:extLst>
              <a:ext uri="{FF2B5EF4-FFF2-40B4-BE49-F238E27FC236}">
                <a16:creationId xmlns:a16="http://schemas.microsoft.com/office/drawing/2014/main" id="{73A2B0A3-D800-877B-4052-C59856CE92EB}"/>
              </a:ext>
            </a:extLst>
          </p:cNvPr>
          <p:cNvGrpSpPr/>
          <p:nvPr/>
        </p:nvGrpSpPr>
        <p:grpSpPr>
          <a:xfrm>
            <a:off x="3160584" y="3605224"/>
            <a:ext cx="2889465" cy="1898656"/>
            <a:chOff x="736556" y="3669699"/>
            <a:chExt cx="2211302" cy="1167122"/>
          </a:xfrm>
        </p:grpSpPr>
        <p:sp>
          <p:nvSpPr>
            <p:cNvPr id="7" name="Oval 6">
              <a:extLst>
                <a:ext uri="{FF2B5EF4-FFF2-40B4-BE49-F238E27FC236}">
                  <a16:creationId xmlns:a16="http://schemas.microsoft.com/office/drawing/2014/main" id="{CD00E150-FF32-1A72-236E-3AC43F282F8B}"/>
                </a:ext>
              </a:extLst>
            </p:cNvPr>
            <p:cNvSpPr/>
            <p:nvPr/>
          </p:nvSpPr>
          <p:spPr>
            <a:xfrm>
              <a:off x="736556" y="4178730"/>
              <a:ext cx="2211302" cy="658091"/>
            </a:xfrm>
            <a:prstGeom prst="ellipse">
              <a:avLst/>
            </a:prstGeom>
            <a:solidFill>
              <a:srgbClr val="FFE6CB"/>
            </a:solidFill>
            <a:ln>
              <a:solidFill>
                <a:schemeClr val="accent1">
                  <a:shade val="15000"/>
                </a:schemeClr>
              </a:solidFill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DE" sz="3764"/>
            </a:p>
          </p:txBody>
        </p:sp>
        <p:pic>
          <p:nvPicPr>
            <p:cNvPr id="9" name="Graphic 35" descr="Smart Phone with solid fill">
              <a:extLst>
                <a:ext uri="{FF2B5EF4-FFF2-40B4-BE49-F238E27FC236}">
                  <a16:creationId xmlns:a16="http://schemas.microsoft.com/office/drawing/2014/main" id="{40B1CCDF-906E-E849-994E-BB4A554C1A4B}"/>
                </a:ext>
              </a:extLst>
            </p:cNvPr>
            <p:cNvPicPr/>
            <p:nvPr/>
          </p:nvPicPr>
          <p:blipFill>
            <a:blip r:embed="rId2"/>
            <a:stretch/>
          </p:blipFill>
          <p:spPr>
            <a:xfrm rot="1730551">
              <a:off x="2115515" y="3755021"/>
              <a:ext cx="616517" cy="570959"/>
            </a:xfrm>
            <a:prstGeom prst="rect">
              <a:avLst/>
            </a:prstGeom>
            <a:ln w="0">
              <a:noFill/>
            </a:ln>
          </p:spPr>
        </p:pic>
        <p:pic>
          <p:nvPicPr>
            <p:cNvPr id="10" name="Graphic 9" descr="Walk with solid fill">
              <a:extLst>
                <a:ext uri="{FF2B5EF4-FFF2-40B4-BE49-F238E27FC236}">
                  <a16:creationId xmlns:a16="http://schemas.microsoft.com/office/drawing/2014/main" id="{E2C352DE-1146-2C04-04B4-CDA62210F5A9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1354497" y="3669699"/>
              <a:ext cx="914400" cy="914400"/>
            </a:xfrm>
            <a:prstGeom prst="rect">
              <a:avLst/>
            </a:prstGeom>
          </p:spPr>
        </p:pic>
      </p:grpSp>
      <p:pic>
        <p:nvPicPr>
          <p:cNvPr id="79" name="Graphic 78" descr="Processor outline">
            <a:extLst>
              <a:ext uri="{FF2B5EF4-FFF2-40B4-BE49-F238E27FC236}">
                <a16:creationId xmlns:a16="http://schemas.microsoft.com/office/drawing/2014/main" id="{D5CC3132-0E2B-AF22-B14C-E9CC768E15E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423123" y="1179072"/>
            <a:ext cx="787740" cy="787740"/>
          </a:xfrm>
          <a:prstGeom prst="rect">
            <a:avLst/>
          </a:prstGeom>
        </p:spPr>
      </p:pic>
      <p:sp>
        <p:nvSpPr>
          <p:cNvPr id="83" name="TextBox 82">
            <a:extLst>
              <a:ext uri="{FF2B5EF4-FFF2-40B4-BE49-F238E27FC236}">
                <a16:creationId xmlns:a16="http://schemas.microsoft.com/office/drawing/2014/main" id="{BA26C16B-4171-5E66-E2AF-D8365E7DA3AB}"/>
              </a:ext>
            </a:extLst>
          </p:cNvPr>
          <p:cNvSpPr txBox="1"/>
          <p:nvPr/>
        </p:nvSpPr>
        <p:spPr>
          <a:xfrm>
            <a:off x="1494829" y="-1431946"/>
            <a:ext cx="1429376" cy="67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64" spc="-3" dirty="0">
                <a:solidFill>
                  <a:srgbClr val="000000"/>
                </a:solidFill>
                <a:latin typeface="Calibri"/>
              </a:rPr>
              <a:t>SIM</a:t>
            </a:r>
            <a:endParaRPr lang="en-DE" sz="3764" dirty="0"/>
          </a:p>
        </p:txBody>
      </p:sp>
      <p:grpSp>
        <p:nvGrpSpPr>
          <p:cNvPr id="84" name="Group 83">
            <a:extLst>
              <a:ext uri="{FF2B5EF4-FFF2-40B4-BE49-F238E27FC236}">
                <a16:creationId xmlns:a16="http://schemas.microsoft.com/office/drawing/2014/main" id="{4ED2E976-981C-3D80-9FA1-15693BD93884}"/>
              </a:ext>
            </a:extLst>
          </p:cNvPr>
          <p:cNvGrpSpPr/>
          <p:nvPr/>
        </p:nvGrpSpPr>
        <p:grpSpPr>
          <a:xfrm>
            <a:off x="485767" y="-1014646"/>
            <a:ext cx="1304237" cy="1399445"/>
            <a:chOff x="94594" y="1868587"/>
            <a:chExt cx="623653" cy="669179"/>
          </a:xfrm>
        </p:grpSpPr>
        <p:grpSp>
          <p:nvGrpSpPr>
            <p:cNvPr id="85" name="Group 84">
              <a:extLst>
                <a:ext uri="{FF2B5EF4-FFF2-40B4-BE49-F238E27FC236}">
                  <a16:creationId xmlns:a16="http://schemas.microsoft.com/office/drawing/2014/main" id="{8240892A-20A4-E15F-741E-720EDF94D6EC}"/>
                </a:ext>
              </a:extLst>
            </p:cNvPr>
            <p:cNvGrpSpPr/>
            <p:nvPr/>
          </p:nvGrpSpPr>
          <p:grpSpPr>
            <a:xfrm>
              <a:off x="94594" y="1872556"/>
              <a:ext cx="68712" cy="92593"/>
              <a:chOff x="1844231" y="869163"/>
              <a:chExt cx="108640" cy="146399"/>
            </a:xfrm>
          </p:grpSpPr>
          <p:cxnSp>
            <p:nvCxnSpPr>
              <p:cNvPr id="118" name="Straight Connector 117">
                <a:extLst>
                  <a:ext uri="{FF2B5EF4-FFF2-40B4-BE49-F238E27FC236}">
                    <a16:creationId xmlns:a16="http://schemas.microsoft.com/office/drawing/2014/main" id="{8F30543C-B357-7CD8-D41B-A8B32664BD82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9" name="Straight Connector 118">
                <a:extLst>
                  <a:ext uri="{FF2B5EF4-FFF2-40B4-BE49-F238E27FC236}">
                    <a16:creationId xmlns:a16="http://schemas.microsoft.com/office/drawing/2014/main" id="{9A410C8A-01B3-D087-3457-856F5651748F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20" name="Straight Connector 119">
                <a:extLst>
                  <a:ext uri="{FF2B5EF4-FFF2-40B4-BE49-F238E27FC236}">
                    <a16:creationId xmlns:a16="http://schemas.microsoft.com/office/drawing/2014/main" id="{4A386FAC-DC93-C080-3580-6799F61392E3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86" name="Group 85">
              <a:extLst>
                <a:ext uri="{FF2B5EF4-FFF2-40B4-BE49-F238E27FC236}">
                  <a16:creationId xmlns:a16="http://schemas.microsoft.com/office/drawing/2014/main" id="{88192950-FF30-9F6D-7933-E31CD6F48A13}"/>
                </a:ext>
              </a:extLst>
            </p:cNvPr>
            <p:cNvGrpSpPr/>
            <p:nvPr/>
          </p:nvGrpSpPr>
          <p:grpSpPr>
            <a:xfrm>
              <a:off x="98940" y="2152583"/>
              <a:ext cx="68712" cy="92593"/>
              <a:chOff x="1844231" y="869163"/>
              <a:chExt cx="108640" cy="146399"/>
            </a:xfrm>
          </p:grpSpPr>
          <p:cxnSp>
            <p:nvCxnSpPr>
              <p:cNvPr id="115" name="Straight Connector 114">
                <a:extLst>
                  <a:ext uri="{FF2B5EF4-FFF2-40B4-BE49-F238E27FC236}">
                    <a16:creationId xmlns:a16="http://schemas.microsoft.com/office/drawing/2014/main" id="{866C0D90-CD4C-FBCC-6D18-D224C2E846F8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6" name="Straight Connector 115">
                <a:extLst>
                  <a:ext uri="{FF2B5EF4-FFF2-40B4-BE49-F238E27FC236}">
                    <a16:creationId xmlns:a16="http://schemas.microsoft.com/office/drawing/2014/main" id="{03A7A4E5-8C59-C33E-EF23-3A292C5E62F9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7" name="Straight Connector 116">
                <a:extLst>
                  <a:ext uri="{FF2B5EF4-FFF2-40B4-BE49-F238E27FC236}">
                    <a16:creationId xmlns:a16="http://schemas.microsoft.com/office/drawing/2014/main" id="{9E984F94-DD92-8D75-260D-3CB3A39FE8E2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87" name="Group 86">
              <a:extLst>
                <a:ext uri="{FF2B5EF4-FFF2-40B4-BE49-F238E27FC236}">
                  <a16:creationId xmlns:a16="http://schemas.microsoft.com/office/drawing/2014/main" id="{74B6DB49-B80E-88F8-2A63-2A38EADA94E8}"/>
                </a:ext>
              </a:extLst>
            </p:cNvPr>
            <p:cNvGrpSpPr/>
            <p:nvPr/>
          </p:nvGrpSpPr>
          <p:grpSpPr>
            <a:xfrm>
              <a:off x="98940" y="2445006"/>
              <a:ext cx="68712" cy="92593"/>
              <a:chOff x="1844231" y="869163"/>
              <a:chExt cx="108640" cy="146399"/>
            </a:xfrm>
          </p:grpSpPr>
          <p:cxnSp>
            <p:nvCxnSpPr>
              <p:cNvPr id="112" name="Straight Connector 111">
                <a:extLst>
                  <a:ext uri="{FF2B5EF4-FFF2-40B4-BE49-F238E27FC236}">
                    <a16:creationId xmlns:a16="http://schemas.microsoft.com/office/drawing/2014/main" id="{0372EFAA-2273-6C60-ACAF-EEC60EFF8777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3" name="Straight Connector 112">
                <a:extLst>
                  <a:ext uri="{FF2B5EF4-FFF2-40B4-BE49-F238E27FC236}">
                    <a16:creationId xmlns:a16="http://schemas.microsoft.com/office/drawing/2014/main" id="{A9CAB4BF-8C38-BB3B-A70A-48C43C3F6283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4" name="Straight Connector 113">
                <a:extLst>
                  <a:ext uri="{FF2B5EF4-FFF2-40B4-BE49-F238E27FC236}">
                    <a16:creationId xmlns:a16="http://schemas.microsoft.com/office/drawing/2014/main" id="{CADB81FB-6196-5AF8-0608-DCD743AB4156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88" name="Group 87">
              <a:extLst>
                <a:ext uri="{FF2B5EF4-FFF2-40B4-BE49-F238E27FC236}">
                  <a16:creationId xmlns:a16="http://schemas.microsoft.com/office/drawing/2014/main" id="{00775026-F530-E1F9-7E81-3DD6EA5E6B68}"/>
                </a:ext>
              </a:extLst>
            </p:cNvPr>
            <p:cNvGrpSpPr/>
            <p:nvPr/>
          </p:nvGrpSpPr>
          <p:grpSpPr>
            <a:xfrm>
              <a:off x="380901" y="1868587"/>
              <a:ext cx="68712" cy="92593"/>
              <a:chOff x="1844231" y="869163"/>
              <a:chExt cx="108640" cy="146399"/>
            </a:xfrm>
          </p:grpSpPr>
          <p:cxnSp>
            <p:nvCxnSpPr>
              <p:cNvPr id="109" name="Straight Connector 108">
                <a:extLst>
                  <a:ext uri="{FF2B5EF4-FFF2-40B4-BE49-F238E27FC236}">
                    <a16:creationId xmlns:a16="http://schemas.microsoft.com/office/drawing/2014/main" id="{ADD8BB4F-A268-BDE2-04DB-2506A3A074DB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0" name="Straight Connector 109">
                <a:extLst>
                  <a:ext uri="{FF2B5EF4-FFF2-40B4-BE49-F238E27FC236}">
                    <a16:creationId xmlns:a16="http://schemas.microsoft.com/office/drawing/2014/main" id="{A287D126-1E8C-131B-4E1B-396DBFD41BAC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11" name="Straight Connector 110">
                <a:extLst>
                  <a:ext uri="{FF2B5EF4-FFF2-40B4-BE49-F238E27FC236}">
                    <a16:creationId xmlns:a16="http://schemas.microsoft.com/office/drawing/2014/main" id="{05DF6AF0-65FB-9035-18D5-4638B9AB671A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89" name="Group 88">
              <a:extLst>
                <a:ext uri="{FF2B5EF4-FFF2-40B4-BE49-F238E27FC236}">
                  <a16:creationId xmlns:a16="http://schemas.microsoft.com/office/drawing/2014/main" id="{CB3A89F7-CC86-B6F1-8479-B932ACC17CAB}"/>
                </a:ext>
              </a:extLst>
            </p:cNvPr>
            <p:cNvGrpSpPr/>
            <p:nvPr/>
          </p:nvGrpSpPr>
          <p:grpSpPr>
            <a:xfrm>
              <a:off x="379741" y="2148533"/>
              <a:ext cx="68712" cy="92593"/>
              <a:chOff x="1844231" y="869163"/>
              <a:chExt cx="108640" cy="146399"/>
            </a:xfrm>
          </p:grpSpPr>
          <p:cxnSp>
            <p:nvCxnSpPr>
              <p:cNvPr id="106" name="Straight Connector 105">
                <a:extLst>
                  <a:ext uri="{FF2B5EF4-FFF2-40B4-BE49-F238E27FC236}">
                    <a16:creationId xmlns:a16="http://schemas.microsoft.com/office/drawing/2014/main" id="{CA90A9E2-DE60-2FBE-5528-6273ECAEF58E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7" name="Straight Connector 106">
                <a:extLst>
                  <a:ext uri="{FF2B5EF4-FFF2-40B4-BE49-F238E27FC236}">
                    <a16:creationId xmlns:a16="http://schemas.microsoft.com/office/drawing/2014/main" id="{E61C95DA-D559-190E-3E1D-3BB5D0BFBE9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8" name="Straight Connector 107">
                <a:extLst>
                  <a:ext uri="{FF2B5EF4-FFF2-40B4-BE49-F238E27FC236}">
                    <a16:creationId xmlns:a16="http://schemas.microsoft.com/office/drawing/2014/main" id="{F74272FC-AD26-C8CF-E8CA-4800AC4BCD1E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90" name="Group 89">
              <a:extLst>
                <a:ext uri="{FF2B5EF4-FFF2-40B4-BE49-F238E27FC236}">
                  <a16:creationId xmlns:a16="http://schemas.microsoft.com/office/drawing/2014/main" id="{CFAEE3ED-5DF3-C545-C0DC-EFBDBBF91AFC}"/>
                </a:ext>
              </a:extLst>
            </p:cNvPr>
            <p:cNvGrpSpPr/>
            <p:nvPr/>
          </p:nvGrpSpPr>
          <p:grpSpPr>
            <a:xfrm>
              <a:off x="383825" y="2445173"/>
              <a:ext cx="68712" cy="92593"/>
              <a:chOff x="1844231" y="869163"/>
              <a:chExt cx="108640" cy="146399"/>
            </a:xfrm>
          </p:grpSpPr>
          <p:cxnSp>
            <p:nvCxnSpPr>
              <p:cNvPr id="103" name="Straight Connector 102">
                <a:extLst>
                  <a:ext uri="{FF2B5EF4-FFF2-40B4-BE49-F238E27FC236}">
                    <a16:creationId xmlns:a16="http://schemas.microsoft.com/office/drawing/2014/main" id="{F8BA14E3-5DFD-E509-CBE6-B8A30CC27E75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4" name="Straight Connector 103">
                <a:extLst>
                  <a:ext uri="{FF2B5EF4-FFF2-40B4-BE49-F238E27FC236}">
                    <a16:creationId xmlns:a16="http://schemas.microsoft.com/office/drawing/2014/main" id="{C1063C46-1EDC-2F22-29A2-26D5B4A035FE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5" name="Straight Connector 104">
                <a:extLst>
                  <a:ext uri="{FF2B5EF4-FFF2-40B4-BE49-F238E27FC236}">
                    <a16:creationId xmlns:a16="http://schemas.microsoft.com/office/drawing/2014/main" id="{B832BD75-80E4-FDC3-5E13-5AD8A92A7BAB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91" name="Group 90">
              <a:extLst>
                <a:ext uri="{FF2B5EF4-FFF2-40B4-BE49-F238E27FC236}">
                  <a16:creationId xmlns:a16="http://schemas.microsoft.com/office/drawing/2014/main" id="{4593339B-8249-4DA1-F931-43BFB5FBCCBA}"/>
                </a:ext>
              </a:extLst>
            </p:cNvPr>
            <p:cNvGrpSpPr/>
            <p:nvPr/>
          </p:nvGrpSpPr>
          <p:grpSpPr>
            <a:xfrm>
              <a:off x="646611" y="1868587"/>
              <a:ext cx="68712" cy="92593"/>
              <a:chOff x="1844231" y="869163"/>
              <a:chExt cx="108640" cy="146399"/>
            </a:xfrm>
          </p:grpSpPr>
          <p:cxnSp>
            <p:nvCxnSpPr>
              <p:cNvPr id="100" name="Straight Connector 99">
                <a:extLst>
                  <a:ext uri="{FF2B5EF4-FFF2-40B4-BE49-F238E27FC236}">
                    <a16:creationId xmlns:a16="http://schemas.microsoft.com/office/drawing/2014/main" id="{270364F1-5846-735B-4906-8F7DE5F156D5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1" name="Straight Connector 100">
                <a:extLst>
                  <a:ext uri="{FF2B5EF4-FFF2-40B4-BE49-F238E27FC236}">
                    <a16:creationId xmlns:a16="http://schemas.microsoft.com/office/drawing/2014/main" id="{668765D1-03E9-0B97-6A0B-316680EFC722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102" name="Straight Connector 101">
                <a:extLst>
                  <a:ext uri="{FF2B5EF4-FFF2-40B4-BE49-F238E27FC236}">
                    <a16:creationId xmlns:a16="http://schemas.microsoft.com/office/drawing/2014/main" id="{F56C2B0E-FC05-FE99-318A-46B068FDF989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92" name="Group 91">
              <a:extLst>
                <a:ext uri="{FF2B5EF4-FFF2-40B4-BE49-F238E27FC236}">
                  <a16:creationId xmlns:a16="http://schemas.microsoft.com/office/drawing/2014/main" id="{BF2A4237-86C3-5CCF-72F0-1194530B3787}"/>
                </a:ext>
              </a:extLst>
            </p:cNvPr>
            <p:cNvGrpSpPr/>
            <p:nvPr/>
          </p:nvGrpSpPr>
          <p:grpSpPr>
            <a:xfrm>
              <a:off x="645451" y="2148533"/>
              <a:ext cx="68712" cy="92593"/>
              <a:chOff x="1844231" y="869163"/>
              <a:chExt cx="108640" cy="146399"/>
            </a:xfrm>
          </p:grpSpPr>
          <p:cxnSp>
            <p:nvCxnSpPr>
              <p:cNvPr id="97" name="Straight Connector 96">
                <a:extLst>
                  <a:ext uri="{FF2B5EF4-FFF2-40B4-BE49-F238E27FC236}">
                    <a16:creationId xmlns:a16="http://schemas.microsoft.com/office/drawing/2014/main" id="{A351C363-ADD0-EE48-6159-634C64F9F9BB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98" name="Straight Connector 97">
                <a:extLst>
                  <a:ext uri="{FF2B5EF4-FFF2-40B4-BE49-F238E27FC236}">
                    <a16:creationId xmlns:a16="http://schemas.microsoft.com/office/drawing/2014/main" id="{D6DC6B99-35D6-CDDD-5776-580FC575EC67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99" name="Straight Connector 98">
                <a:extLst>
                  <a:ext uri="{FF2B5EF4-FFF2-40B4-BE49-F238E27FC236}">
                    <a16:creationId xmlns:a16="http://schemas.microsoft.com/office/drawing/2014/main" id="{4EBDDEEF-A1CE-D819-54BC-70A923BC73C1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  <p:grpSp>
          <p:nvGrpSpPr>
            <p:cNvPr id="93" name="Group 92">
              <a:extLst>
                <a:ext uri="{FF2B5EF4-FFF2-40B4-BE49-F238E27FC236}">
                  <a16:creationId xmlns:a16="http://schemas.microsoft.com/office/drawing/2014/main" id="{10741D78-2EE5-012D-CA09-DF00E14F3C36}"/>
                </a:ext>
              </a:extLst>
            </p:cNvPr>
            <p:cNvGrpSpPr/>
            <p:nvPr/>
          </p:nvGrpSpPr>
          <p:grpSpPr>
            <a:xfrm>
              <a:off x="649535" y="2445173"/>
              <a:ext cx="68712" cy="92593"/>
              <a:chOff x="1844231" y="869163"/>
              <a:chExt cx="108640" cy="146399"/>
            </a:xfrm>
          </p:grpSpPr>
          <p:cxnSp>
            <p:nvCxnSpPr>
              <p:cNvPr id="94" name="Straight Connector 93">
                <a:extLst>
                  <a:ext uri="{FF2B5EF4-FFF2-40B4-BE49-F238E27FC236}">
                    <a16:creationId xmlns:a16="http://schemas.microsoft.com/office/drawing/2014/main" id="{7A97F056-7731-BE81-6B0A-3E671BD900DC}"/>
                  </a:ext>
                </a:extLst>
              </p:cNvPr>
              <p:cNvCxnSpPr/>
              <p:nvPr/>
            </p:nvCxnSpPr>
            <p:spPr>
              <a:xfrm>
                <a:off x="1876425" y="871562"/>
                <a:ext cx="0" cy="144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95" name="Straight Connector 94">
                <a:extLst>
                  <a:ext uri="{FF2B5EF4-FFF2-40B4-BE49-F238E27FC236}">
                    <a16:creationId xmlns:a16="http://schemas.microsoft.com/office/drawing/2014/main" id="{770F50AD-20A9-1356-CA1B-3951081E6474}"/>
                  </a:ext>
                </a:extLst>
              </p:cNvPr>
              <p:cNvCxnSpPr>
                <a:cxnSpLocks/>
              </p:cNvCxnSpPr>
              <p:nvPr/>
            </p:nvCxnSpPr>
            <p:spPr>
              <a:xfrm rot="2700000">
                <a:off x="1907871" y="872338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  <p:cxnSp>
            <p:nvCxnSpPr>
              <p:cNvPr id="96" name="Straight Connector 95">
                <a:extLst>
                  <a:ext uri="{FF2B5EF4-FFF2-40B4-BE49-F238E27FC236}">
                    <a16:creationId xmlns:a16="http://schemas.microsoft.com/office/drawing/2014/main" id="{D313667A-6FAC-FD77-0B99-03CDBFE8B538}"/>
                  </a:ext>
                </a:extLst>
              </p:cNvPr>
              <p:cNvCxnSpPr>
                <a:cxnSpLocks/>
              </p:cNvCxnSpPr>
              <p:nvPr/>
            </p:nvCxnSpPr>
            <p:spPr>
              <a:xfrm rot="18900000" flipV="1">
                <a:off x="1844231" y="869163"/>
                <a:ext cx="0" cy="90000"/>
              </a:xfrm>
              <a:prstGeom prst="line">
                <a:avLst/>
              </a:prstGeom>
              <a:noFill/>
              <a:ln w="15875" cap="flat" cmpd="sng" algn="ctr">
                <a:solidFill>
                  <a:srgbClr val="4472C4">
                    <a:shade val="95000"/>
                    <a:satMod val="105000"/>
                  </a:srgbClr>
                </a:solidFill>
                <a:prstDash val="solid"/>
                <a:miter/>
              </a:ln>
              <a:effectLst/>
            </p:spPr>
          </p:cxnSp>
        </p:grpSp>
      </p:grpSp>
      <p:pic>
        <p:nvPicPr>
          <p:cNvPr id="121" name="Picture 120">
            <a:extLst>
              <a:ext uri="{FF2B5EF4-FFF2-40B4-BE49-F238E27FC236}">
                <a16:creationId xmlns:a16="http://schemas.microsoft.com/office/drawing/2014/main" id="{7456443A-D080-79CA-CB3D-C9BF33702E45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019551" y="-1233277"/>
            <a:ext cx="2410268" cy="2471483"/>
          </a:xfrm>
          <a:prstGeom prst="rect">
            <a:avLst/>
          </a:prstGeom>
        </p:spPr>
      </p:pic>
      <p:pic>
        <p:nvPicPr>
          <p:cNvPr id="132" name="Graphic 131" descr="Wireless with solid fill">
            <a:extLst>
              <a:ext uri="{FF2B5EF4-FFF2-40B4-BE49-F238E27FC236}">
                <a16:creationId xmlns:a16="http://schemas.microsoft.com/office/drawing/2014/main" id="{E9A1E447-A885-3F8C-9C0F-116CD6304A16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 rot="629927">
            <a:off x="4642153" y="2329224"/>
            <a:ext cx="927139" cy="927139"/>
          </a:xfrm>
          <a:prstGeom prst="rect">
            <a:avLst/>
          </a:prstGeom>
        </p:spPr>
      </p:pic>
      <p:sp>
        <p:nvSpPr>
          <p:cNvPr id="133" name="TextBox 132">
            <a:extLst>
              <a:ext uri="{FF2B5EF4-FFF2-40B4-BE49-F238E27FC236}">
                <a16:creationId xmlns:a16="http://schemas.microsoft.com/office/drawing/2014/main" id="{8C021ECA-D587-2DEC-7D60-AFE7EA2846F5}"/>
              </a:ext>
            </a:extLst>
          </p:cNvPr>
          <p:cNvSpPr txBox="1"/>
          <p:nvPr/>
        </p:nvSpPr>
        <p:spPr>
          <a:xfrm>
            <a:off x="143341" y="1144847"/>
            <a:ext cx="1429376" cy="67159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764" spc="-3" dirty="0">
                <a:solidFill>
                  <a:srgbClr val="000000"/>
                </a:solidFill>
                <a:latin typeface="Calibri"/>
              </a:rPr>
              <a:t>FPGA</a:t>
            </a:r>
            <a:endParaRPr lang="en-DE" sz="3764" dirty="0"/>
          </a:p>
        </p:txBody>
      </p:sp>
      <p:sp>
        <p:nvSpPr>
          <p:cNvPr id="134" name="Rectangle 133">
            <a:extLst>
              <a:ext uri="{FF2B5EF4-FFF2-40B4-BE49-F238E27FC236}">
                <a16:creationId xmlns:a16="http://schemas.microsoft.com/office/drawing/2014/main" id="{24740258-C37E-B520-72AF-271CB3417A6D}"/>
              </a:ext>
            </a:extLst>
          </p:cNvPr>
          <p:cNvSpPr/>
          <p:nvPr/>
        </p:nvSpPr>
        <p:spPr>
          <a:xfrm>
            <a:off x="1" y="-1383564"/>
            <a:ext cx="4621324" cy="3350375"/>
          </a:xfrm>
          <a:prstGeom prst="rect">
            <a:avLst/>
          </a:prstGeom>
          <a:noFill/>
          <a:ln w="12700">
            <a:prstDash val="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LID4096" sz="3764"/>
          </a:p>
        </p:txBody>
      </p:sp>
    </p:spTree>
    <p:extLst>
      <p:ext uri="{BB962C8B-B14F-4D97-AF65-F5344CB8AC3E}">
        <p14:creationId xmlns:p14="http://schemas.microsoft.com/office/powerpoint/2010/main" val="36401413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0</TotalTime>
  <Words>21</Words>
  <Application>Microsoft Office PowerPoint</Application>
  <PresentationFormat>Custom</PresentationFormat>
  <Paragraphs>15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Aptos</vt:lpstr>
      <vt:lpstr>Aptos Display</vt:lpstr>
      <vt:lpstr>Arial</vt:lpstr>
      <vt:lpstr>Calibri</vt:lpstr>
      <vt:lpstr>Cambria Math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TU-Pseudonym 7504255944999905</dc:creator>
  <cp:lastModifiedBy>TU-Pseudonym 7504255944999905</cp:lastModifiedBy>
  <cp:revision>2</cp:revision>
  <dcterms:created xsi:type="dcterms:W3CDTF">2025-02-28T09:37:46Z</dcterms:created>
  <dcterms:modified xsi:type="dcterms:W3CDTF">2026-04-24T08:20:53Z</dcterms:modified>
</cp:coreProperties>
</file>